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SourceCodePro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swald-regular.fntdata"/><Relationship Id="rId27" Type="http://schemas.openxmlformats.org/officeDocument/2006/relationships/font" Target="fonts/SourceCodePr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swa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3d45410c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a3d45410c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 have a 10 product names for a pair of shoes that can fit any foot size?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3d45410c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a3d45410c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Brainstorm a list of product names for a shoe that fits any foot size, in the style of Steve Jobs. Format as a markdown table.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Return the results as a comma separated list, in this format: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description: A shoe that fits any foot size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[list of 3 product names]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## Examples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description: A refrigerator that dispenses beer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iBarFridge, iFridgeBeer, iDrinkBeerFridge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description: A watch that can tell accurate time in space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iNaut, iSpace, iTime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description: A home milkshake maker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iShake, iSmoothie, iShake Mini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Rate the product names based on their catchiness, uniqueness, and simplicity on a scale from 1-5, with 5 being the highest score.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Follow these steps: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1. Generate a diverse set of candidate product names based on the examples.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2. Rate the candidates according to the evaluation criteria.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3. Rank the three highest candidates at the top.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a3d45410c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a3d45410c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Generic teaching interface. Edit the named prompt, response, and highlight objects directly in PowerPoint. Examples preserve the supplied course outputs and do not guarantee a particular model response. For evergreen narration, refer to an AI assistant or image generator and describe the prompting principle rather than product controls.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3d45410c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a3d45410c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shoe that can fit any footsize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Generic teaching interface. Edit the named prompt, response, and highlight objects directly in PowerPoint. Examples preserve the supplied course outputs and do not guarantee a particular model response. For evergreen narration, refer to an AI assistant or image generator and describe the prompting principle rather than product controls.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3d45410c_3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a3d45410c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Prompt:neon pink and blue sneakers, intricate demonic, scary, beautiful, platemail armor, sleek iridescent details, designed by ridley scott alien. product photography, extremely detailed, studio lighting, 3 5 mm, dslr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Negative: soft, misshapen, corners, straps, laces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Image: https://www.nike.com/gb/t/go-flyease-easy-on-off-shoes-nfbRvV/DR5540-002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Generic teaching interface. Edit the named prompt, response, and highlight objects directly in PowerPoint. Examples preserve the supplied course outputs and do not guarantee a particular model response. For evergreen narration, refer to an AI assistant or image generator and describe the prompting principle rather than product controls.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3d45410c_3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a3d45410c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Generic teaching interface. Edit the named prompt, response, and highlight objects directly in PowerPoint. Examples preserve the supplied course outputs and do not guarantee a particular model response. For evergreen narration, refer to an AI assistant or image generator and describe the prompting principle rather than product controls.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1b7e361c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1b7e361c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Brainstorm a list of product names for a shoe that fits any foot size, in the style of Steve Jobs.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Return the results as a comma separated list, in this format: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description: A shoe that fits any foot size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[list of 3 product names]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## Examples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Product description: A refrigerator that dispenses beer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iBarFridge, iFridgeBeer, iDrinkBeerFridge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Product description: A watch that can tell accurate time in space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iNaut, iSpace, iTime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Product description: A home milkshake maker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Product names: iShake, iSmoothie, iShake Mini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Please rate the product names based on their catchiness, uniqueness, and simplicity. Rate them on a scale from 1-5, with 5 being the highest score.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Follow these steps: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Generate a diverse set of candidate product names based on the examples.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Rate the candidates in a table</a:t>
            </a:r>
            <a:r>
              <a:rPr lang="en">
                <a:solidFill>
                  <a:schemeClr val="dk1"/>
                </a:solidFill>
              </a:rPr>
              <a:t> and rank them from highest to lowest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Select the three highest-rated names.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64191ab7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64191ab7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1b7fac983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1b7fac983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b64191ab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b64191ab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694d205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b694d205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shoe that can fit any footsize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b694d205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b694d205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</a:t>
            </a:r>
            <a:r>
              <a:rPr lang="en"/>
              <a:t>neon pink and blue sneakers, intricate demonic, scary, beautiful, platemail armor, sleek iridescent details, designed by ridley scott alien. product photography, extremely detailed, studio lighting, 3 5 mm, dslr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Negative: soft, misshapen, corners, straps, laces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Image: https://www.nike.com/gb/t/go-flyease-easy-on-off-shoes-nfbRvV/DR5540-002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694d205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b694d205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b694d205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b694d205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b694d205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b694d205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Direction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desired style in detail, or reference a relevant persona.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Prompting ChatGPT</a:t>
            </a:r>
            <a:endParaRPr/>
          </a:p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4800600" y="1334663"/>
            <a:ext cx="4040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This is a simple prompt for ChatGPT we can use to generate a list of product names when we have a new business idea.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/>
          <p:nvPr/>
        </p:nvSpPr>
        <p:spPr>
          <a:xfrm>
            <a:off x="361950" y="1428750"/>
            <a:ext cx="4210050" cy="3276600"/>
          </a:xfrm>
          <a:prstGeom prst="roundRect">
            <a:avLst>
              <a:gd fmla="val 2326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361950" y="1428750"/>
            <a:ext cx="4210050" cy="304800"/>
          </a:xfrm>
          <a:prstGeom prst="roundRect">
            <a:avLst>
              <a:gd fmla="val 25000" name="adj"/>
            </a:avLst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361950" y="1619250"/>
            <a:ext cx="4210050" cy="114300"/>
          </a:xfrm>
          <a:prstGeom prst="rect">
            <a:avLst/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514350" y="1504950"/>
            <a:ext cx="2971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7F7FA"/>
                </a:solidFill>
              </a:rPr>
              <a:t>ChatGPT</a:t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3486150" y="1524550"/>
            <a:ext cx="942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C6C7D0"/>
                </a:solidFill>
              </a:rPr>
              <a:t>Demonstration</a:t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533400" y="185737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/>
          </a:p>
        </p:txBody>
      </p:sp>
      <p:sp>
        <p:nvSpPr>
          <p:cNvPr id="152" name="Google Shape;152;p26"/>
          <p:cNvSpPr/>
          <p:nvPr/>
        </p:nvSpPr>
        <p:spPr>
          <a:xfrm>
            <a:off x="533400" y="2057400"/>
            <a:ext cx="38004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Can I have 10 product names for a pair of shoes that can fit any foot size?</a:t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476250" y="2628900"/>
            <a:ext cx="3981450" cy="1552575"/>
          </a:xfrm>
          <a:prstGeom prst="roundRect">
            <a:avLst>
              <a:gd fmla="val 3681" name="adj"/>
            </a:avLst>
          </a:prstGeom>
          <a:solidFill>
            <a:srgbClr val="3C3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609600" y="275272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6C7D0"/>
                </a:solidFill>
              </a:rPr>
              <a:t>AI</a:t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609600" y="29908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1.  FlexiFit</a:t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609600" y="320040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2.  UniversalSole</a:t>
            </a: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609600" y="34099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3.  SizeMaster</a:t>
            </a:r>
            <a:endParaRPr/>
          </a:p>
        </p:txBody>
      </p:sp>
      <p:sp>
        <p:nvSpPr>
          <p:cNvPr id="158" name="Google Shape;158;p26"/>
          <p:cNvSpPr/>
          <p:nvPr/>
        </p:nvSpPr>
        <p:spPr>
          <a:xfrm>
            <a:off x="609600" y="361950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4.  PerfectFit</a:t>
            </a:r>
            <a:endParaRPr/>
          </a:p>
        </p:txBody>
      </p:sp>
      <p:sp>
        <p:nvSpPr>
          <p:cNvPr id="159" name="Google Shape;159;p26"/>
          <p:cNvSpPr/>
          <p:nvPr/>
        </p:nvSpPr>
        <p:spPr>
          <a:xfrm>
            <a:off x="609600" y="38290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5.  AdaptiStep</a:t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2562225" y="29908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6.  OneSizeStride</a:t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2562225" y="320040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7.  OmniFit</a:t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2562225" y="34099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8.  VersaSole</a:t>
            </a:r>
            <a:endParaRPr/>
          </a:p>
        </p:txBody>
      </p:sp>
      <p:sp>
        <p:nvSpPr>
          <p:cNvPr id="163" name="Google Shape;163;p26"/>
          <p:cNvSpPr/>
          <p:nvPr/>
        </p:nvSpPr>
        <p:spPr>
          <a:xfrm>
            <a:off x="2562225" y="361950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9.  InfiniteStep</a:t>
            </a:r>
            <a:endParaRPr/>
          </a:p>
        </p:txBody>
      </p:sp>
      <p:sp>
        <p:nvSpPr>
          <p:cNvPr id="164" name="Google Shape;164;p26"/>
          <p:cNvSpPr/>
          <p:nvPr/>
        </p:nvSpPr>
        <p:spPr>
          <a:xfrm>
            <a:off x="2562225" y="382905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10.  AllFitFootwear</a:t>
            </a:r>
            <a:endParaRPr/>
          </a:p>
        </p:txBody>
      </p:sp>
      <p:sp>
        <p:nvSpPr>
          <p:cNvPr id="165" name="Google Shape;165;p26"/>
          <p:cNvSpPr/>
          <p:nvPr/>
        </p:nvSpPr>
        <p:spPr>
          <a:xfrm>
            <a:off x="514350" y="4276725"/>
            <a:ext cx="3905250" cy="304800"/>
          </a:xfrm>
          <a:prstGeom prst="roundRect">
            <a:avLst>
              <a:gd fmla="val 18750" name="adj"/>
            </a:avLst>
          </a:prstGeom>
          <a:solidFill>
            <a:srgbClr val="3C3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628650" y="4352925"/>
            <a:ext cx="3476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6C7D0"/>
                </a:solidFill>
              </a:rPr>
              <a:t>Send a message</a:t>
            </a:r>
            <a:r>
              <a:rPr b="0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67" name="Google Shape;167;p26"/>
          <p:cNvSpPr/>
          <p:nvPr/>
        </p:nvSpPr>
        <p:spPr>
          <a:xfrm>
            <a:off x="4143375" y="4324350"/>
            <a:ext cx="209550" cy="209550"/>
          </a:xfrm>
          <a:prstGeom prst="roundRect">
            <a:avLst>
              <a:gd fmla="val 22727" name="adj"/>
            </a:avLst>
          </a:prstGeom>
          <a:solidFill>
            <a:srgbClr val="E4E5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/>
          <p:nvPr/>
        </p:nvSpPr>
        <p:spPr>
          <a:xfrm>
            <a:off x="4105275" y="4324350"/>
            <a:ext cx="29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75" u="none" cap="none" strike="noStrike">
                <a:solidFill>
                  <a:srgbClr val="25262C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382225"/>
            <a:ext cx="360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This is a prompt template we discovered that reliably yields useful or desired results when generating a list of ideas for product names.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4048125" y="180975"/>
            <a:ext cx="4781550" cy="4486275"/>
          </a:xfrm>
          <a:prstGeom prst="roundRect">
            <a:avLst>
              <a:gd fmla="val 1699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4048125" y="180975"/>
            <a:ext cx="4781550" cy="304800"/>
          </a:xfrm>
          <a:prstGeom prst="roundRect">
            <a:avLst>
              <a:gd fmla="val 25000" name="adj"/>
            </a:avLst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4048125" y="371475"/>
            <a:ext cx="4781550" cy="114300"/>
          </a:xfrm>
          <a:prstGeom prst="rect">
            <a:avLst/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4200525" y="257175"/>
            <a:ext cx="3543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AI Assistant</a:t>
            </a:r>
            <a:endParaRPr/>
          </a:p>
        </p:txBody>
      </p:sp>
      <p:sp>
        <p:nvSpPr>
          <p:cNvPr id="180" name="Google Shape;180;p27"/>
          <p:cNvSpPr/>
          <p:nvPr/>
        </p:nvSpPr>
        <p:spPr>
          <a:xfrm>
            <a:off x="8115300" y="2667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4200525" y="60007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4200500" y="3324975"/>
            <a:ext cx="4467300" cy="1157100"/>
          </a:xfrm>
          <a:prstGeom prst="roundRect">
            <a:avLst>
              <a:gd fmla="val 3681" name="adj"/>
            </a:avLst>
          </a:prstGeom>
          <a:solidFill>
            <a:srgbClr val="3C3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4328577" y="3457300"/>
            <a:ext cx="1923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6C7D0"/>
                </a:solidFill>
              </a:rPr>
              <a:t>AI</a:t>
            </a:r>
            <a:endParaRPr/>
          </a:p>
        </p:txBody>
      </p:sp>
      <p:graphicFrame>
        <p:nvGraphicFramePr>
          <p:cNvPr id="184" name="Google Shape;184;p27"/>
          <p:cNvGraphicFramePr/>
          <p:nvPr/>
        </p:nvGraphicFramePr>
        <p:xfrm>
          <a:off x="4362200" y="370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{3673574E-313A-4E41-A38C-36F247BE0EA5}</a:tableStyleId>
              </a:tblPr>
              <a:tblGrid>
                <a:gridCol w="1340150"/>
                <a:gridCol w="969825"/>
                <a:gridCol w="925775"/>
                <a:gridCol w="908125"/>
              </a:tblGrid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 name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3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Catchiness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3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Uniqueness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3D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Simplicity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3D46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iFitShoe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iAdapt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iUniversalStep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788" u="none" cap="none" strike="noStrike">
                          <a:solidFill>
                            <a:srgbClr val="F7F7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525" marB="9525" marR="28575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138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27"/>
          <p:cNvSpPr/>
          <p:nvPr/>
        </p:nvSpPr>
        <p:spPr>
          <a:xfrm>
            <a:off x="4200525" y="78105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Brainstorm a list of product names for a shoe that fits any foot size, in the style of Steve Jobs. Format as a markdown table.</a:t>
            </a:r>
            <a:br>
              <a:rPr lang="en" sz="885">
                <a:solidFill>
                  <a:srgbClr val="F7F7FA"/>
                </a:solidFill>
              </a:rPr>
            </a:b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## Examples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description: A refrigerator that dispenses beer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names: iBarFridge, iFridgeBeer, iDrinkBeerFridge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description: A watch that can tell accurate time in space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names: iNaut, iSpace, iTime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description: A home milkshake maker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Product names: iShake, iSmoothie, iShake Mini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885">
                <a:solidFill>
                  <a:srgbClr val="F7F7FA"/>
                </a:solidFill>
              </a:rPr>
            </a:br>
            <a:r>
              <a:rPr lang="en" sz="885">
                <a:solidFill>
                  <a:srgbClr val="F7F7FA"/>
                </a:solidFill>
              </a:rPr>
              <a:t>Rate the product names based on their catchiness, uniqueness, and simplicity on a scale from 1-5, with 5 being the highest score.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885">
                <a:solidFill>
                  <a:srgbClr val="F7F7FA"/>
                </a:solidFill>
              </a:rPr>
            </a:br>
            <a:r>
              <a:rPr lang="en" sz="885">
                <a:solidFill>
                  <a:srgbClr val="F7F7FA"/>
                </a:solidFill>
              </a:rPr>
              <a:t>Follow these steps: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1. </a:t>
            </a:r>
            <a:r>
              <a:rPr lang="en" sz="885">
                <a:solidFill>
                  <a:srgbClr val="F7F7FA"/>
                </a:solidFill>
              </a:rPr>
              <a:t>Generate a diverse set of candidate product names based on the examples.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2. Rate the candidates according to the evaluation criteria.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>
                <a:solidFill>
                  <a:srgbClr val="F7F7FA"/>
                </a:solidFill>
              </a:rPr>
              <a:t>3. Rank the three highest candidates at the top.</a:t>
            </a:r>
            <a:endParaRPr sz="885">
              <a:solidFill>
                <a:srgbClr val="F7F7F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5">
              <a:solidFill>
                <a:srgbClr val="F7F7F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Give Direction</a:t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11700" y="3133025"/>
            <a:ext cx="85206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Describe the desired style in detail, or reference a relevant persona.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Identify what others are doing to decide what to copy and where to innovate.</a:t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314325" y="1428750"/>
            <a:ext cx="8515350" cy="781050"/>
          </a:xfrm>
          <a:prstGeom prst="roundRect">
            <a:avLst>
              <a:gd fmla="val 7317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514350" y="15430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514350" y="1752600"/>
            <a:ext cx="6238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Brainstorm a list of product names for a shoe that fits any foot size,</a:t>
            </a:r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504825" y="1971675"/>
            <a:ext cx="2295525" cy="200025"/>
          </a:xfrm>
          <a:prstGeom prst="roundRect">
            <a:avLst>
              <a:gd fmla="val 9524" name="adj"/>
            </a:avLst>
          </a:prstGeom>
          <a:solidFill>
            <a:srgbClr val="71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/>
          <p:nvPr/>
        </p:nvSpPr>
        <p:spPr>
          <a:xfrm>
            <a:off x="552450" y="1971675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in the style of Steve Jobs.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314325" y="2314575"/>
            <a:ext cx="8515350" cy="781050"/>
          </a:xfrm>
          <a:prstGeom prst="roundRect">
            <a:avLst>
              <a:gd fmla="val 7317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514350" y="242887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AI Assistant</a:t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514350" y="2638425"/>
            <a:ext cx="7477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Product description: A shoe that fits any foot size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514350" y="2857500"/>
            <a:ext cx="1152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Product names:</a:t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1676400" y="2838450"/>
            <a:ext cx="2790825" cy="219075"/>
          </a:xfrm>
          <a:prstGeom prst="roundRect">
            <a:avLst>
              <a:gd fmla="val 8696" name="adj"/>
            </a:avLst>
          </a:prstGeom>
          <a:solidFill>
            <a:srgbClr val="71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>
            <a:off x="1724025" y="2857500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iFitShoe, iAdapt, iUniversalStep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Prompting an Image Generator</a:t>
            </a:r>
            <a:endParaRPr/>
          </a:p>
        </p:txBody>
      </p:sp>
      <p:sp>
        <p:nvSpPr>
          <p:cNvPr id="209" name="Google Shape;20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5781200" y="1261500"/>
            <a:ext cx="30510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This is a simple prompt we can use with an image generator when generating an image of a product idea.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314325" y="1200150"/>
            <a:ext cx="5276850" cy="3524250"/>
          </a:xfrm>
          <a:prstGeom prst="roundRect">
            <a:avLst>
              <a:gd fmla="val 2162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/>
          <p:nvPr/>
        </p:nvSpPr>
        <p:spPr>
          <a:xfrm>
            <a:off x="314325" y="1200150"/>
            <a:ext cx="5276850" cy="304800"/>
          </a:xfrm>
          <a:prstGeom prst="roundRect">
            <a:avLst>
              <a:gd fmla="val 25000" name="adj"/>
            </a:avLst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314325" y="1390650"/>
            <a:ext cx="5276850" cy="114300"/>
          </a:xfrm>
          <a:prstGeom prst="rect">
            <a:avLst/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466725" y="1276350"/>
            <a:ext cx="403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Image Generator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4876800" y="12858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16" name="Google Shape;216;p29"/>
          <p:cNvSpPr/>
          <p:nvPr/>
        </p:nvSpPr>
        <p:spPr>
          <a:xfrm>
            <a:off x="466725" y="16192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/>
          </a:p>
        </p:txBody>
      </p:sp>
      <p:sp>
        <p:nvSpPr>
          <p:cNvPr id="217" name="Google Shape;217;p29"/>
          <p:cNvSpPr/>
          <p:nvPr/>
        </p:nvSpPr>
        <p:spPr>
          <a:xfrm>
            <a:off x="466725" y="1828800"/>
            <a:ext cx="1752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75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A shoe that can fit any foot size</a:t>
            </a:r>
            <a:endParaRPr/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9825" y="1619250"/>
            <a:ext cx="1433513" cy="143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6688" y="1619250"/>
            <a:ext cx="1433513" cy="143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8628" y="3128963"/>
            <a:ext cx="1435906" cy="143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8113" y="3213429"/>
            <a:ext cx="1490663" cy="1264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227" name="Google Shape;22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311700" y="1382225"/>
            <a:ext cx="33264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This is a prompt template we discovered that reliably yields useful or desired results when generating an image of a product idea.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3638550" y="1200150"/>
            <a:ext cx="5191125" cy="3467100"/>
          </a:xfrm>
          <a:prstGeom prst="roundRect">
            <a:avLst>
              <a:gd fmla="val 2198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638550" y="1200150"/>
            <a:ext cx="5191125" cy="304800"/>
          </a:xfrm>
          <a:prstGeom prst="roundRect">
            <a:avLst>
              <a:gd fmla="val 25000" name="adj"/>
            </a:avLst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>
            <a:off x="3638550" y="1390650"/>
            <a:ext cx="5191125" cy="114300"/>
          </a:xfrm>
          <a:prstGeom prst="rect">
            <a:avLst/>
          </a:prstGeom>
          <a:solidFill>
            <a:srgbClr val="252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3790950" y="1276350"/>
            <a:ext cx="3952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Image Generator</a:t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8115300" y="12858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3790950" y="16192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3790950" y="1809750"/>
            <a:ext cx="2076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neon pink and blue sneakers, intricate demonic, scary, beautiful, platemail armor, sleek iridescent details, designed by ridley scott alien. product photography, extremely detailed, studio lighting, 3 5 mm, dslr</a:t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3790950" y="343852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Negative prompt</a:t>
            </a:r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3790950" y="3648075"/>
            <a:ext cx="2076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soft, misshapen, corners, straps, laces</a:t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3790950" y="4210050"/>
            <a:ext cx="1476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25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Reference image</a:t>
            </a:r>
            <a:endParaRPr/>
          </a:p>
        </p:txBody>
      </p:sp>
      <p:pic>
        <p:nvPicPr>
          <p:cNvPr id="239" name="Google Shape;2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4260" y="4152900"/>
            <a:ext cx="367156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1678781"/>
            <a:ext cx="1290638" cy="129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638" y="1678781"/>
            <a:ext cx="1290638" cy="1290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0" y="3165757"/>
            <a:ext cx="1290638" cy="1288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86638" y="3164681"/>
            <a:ext cx="1290638" cy="129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1"/>
          <p:cNvPicPr preferRelativeResize="0"/>
          <p:nvPr/>
        </p:nvPicPr>
        <p:blipFill rotWithShape="1">
          <a:blip r:embed="rId3">
            <a:alphaModFix/>
          </a:blip>
          <a:srcRect b="20818" l="0" r="0" t="20818"/>
          <a:stretch/>
        </p:blipFill>
        <p:spPr>
          <a:xfrm>
            <a:off x="4961225" y="1207125"/>
            <a:ext cx="3299748" cy="1925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Give Direction</a:t>
            </a:r>
            <a:endParaRPr/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3133025"/>
            <a:ext cx="85206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Describe the desired style in detail, or reference a relevant persona.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Identify what others are doing to decide what to copy and where to innovate.</a:t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 rot="-2699633">
            <a:off x="4943171" y="1899301"/>
            <a:ext cx="1987041" cy="568938"/>
          </a:xfrm>
          <a:prstGeom prst="rect">
            <a:avLst/>
          </a:prstGeom>
          <a:solidFill>
            <a:srgbClr val="E91D6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314325" y="1457325"/>
            <a:ext cx="4143375" cy="1619250"/>
          </a:xfrm>
          <a:prstGeom prst="roundRect">
            <a:avLst>
              <a:gd fmla="val 3529" name="adj"/>
            </a:avLst>
          </a:prstGeom>
          <a:solidFill>
            <a:srgbClr val="303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/>
          <p:nvPr/>
        </p:nvSpPr>
        <p:spPr>
          <a:xfrm>
            <a:off x="466725" y="15621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6C7D0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/>
          </a:p>
        </p:txBody>
      </p:sp>
      <p:sp>
        <p:nvSpPr>
          <p:cNvPr id="255" name="Google Shape;255;p31"/>
          <p:cNvSpPr/>
          <p:nvPr/>
        </p:nvSpPr>
        <p:spPr>
          <a:xfrm>
            <a:off x="466725" y="1790700"/>
            <a:ext cx="3857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neon pink and blue sneakers, intricate demonic,</a:t>
            </a: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457200" y="2000250"/>
            <a:ext cx="3819525" cy="419100"/>
          </a:xfrm>
          <a:prstGeom prst="roundRect">
            <a:avLst>
              <a:gd fmla="val 4545" name="adj"/>
            </a:avLst>
          </a:prstGeom>
          <a:solidFill>
            <a:srgbClr val="7133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466725" y="2009775"/>
            <a:ext cx="3857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scary, beautiful, platemail armor, sleek iridescent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details, designed by ridley scott alien.</a:t>
            </a:r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466725" y="2476500"/>
            <a:ext cx="381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product photography, extremely detailed,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3" u="none" cap="none" strike="noStrike">
                <a:solidFill>
                  <a:srgbClr val="F7F7FA"/>
                </a:solidFill>
                <a:latin typeface="Arial"/>
                <a:ea typeface="Arial"/>
                <a:cs typeface="Arial"/>
                <a:sym typeface="Arial"/>
              </a:rPr>
              <a:t>studio lighting, 3 5 mm, dslr</a:t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4324350" y="2181225"/>
            <a:ext cx="866775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D1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265" name="Google Shape;26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311700" y="1382225"/>
            <a:ext cx="36087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prompt template we discovered that reliably yields useful or desired results when generating a list of ideas for product names.</a:t>
            </a:r>
            <a:endParaRPr/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4653" l="0" r="0" t="4653"/>
          <a:stretch/>
        </p:blipFill>
        <p:spPr>
          <a:xfrm>
            <a:off x="4049113" y="184075"/>
            <a:ext cx="4783186" cy="447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Brainstorm a list of product names for a {product_description}, in the style of {famous_inventor}.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Return the results as a comma separated list, in this format: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Product description: A shoe that fits any foot size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Product names: [list of 3 product names]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## Examples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{product_examples}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Please rate the product names based on their catchiness, uniqueness, and simplicity. Rate them on a scale from 1-5, with 5 being the highest score.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Follow these steps: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1. Generate a diverse set of candidate product names based on the examples.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2. Rate the candidates in a table and rank them from highest to lowest.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3. Select the three highest-rated names.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73" name="Google Shape;273;p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Template</a:t>
            </a:r>
            <a:endParaRPr/>
          </a:p>
        </p:txBody>
      </p:sp>
      <p:sp>
        <p:nvSpPr>
          <p:cNvPr id="274" name="Google Shape;27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 b="86438" l="0" r="0" t="4652"/>
          <a:stretch/>
        </p:blipFill>
        <p:spPr>
          <a:xfrm>
            <a:off x="311700" y="1431350"/>
            <a:ext cx="8520600" cy="78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Direction</a:t>
            </a:r>
            <a:endParaRPr/>
          </a:p>
        </p:txBody>
      </p:sp>
      <p:sp>
        <p:nvSpPr>
          <p:cNvPr id="281" name="Google Shape;28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34"/>
          <p:cNvSpPr txBox="1"/>
          <p:nvPr>
            <p:ph idx="1" type="body"/>
          </p:nvPr>
        </p:nvSpPr>
        <p:spPr>
          <a:xfrm>
            <a:off x="311700" y="3133025"/>
            <a:ext cx="8520600" cy="14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desired style in detail, or reference a relevant persona.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Identify what others are doing to decide what to copy and where to innovate.</a:t>
            </a:r>
            <a:endParaRPr/>
          </a:p>
        </p:txBody>
      </p:sp>
      <p:sp>
        <p:nvSpPr>
          <p:cNvPr id="283" name="Google Shape;283;p34"/>
          <p:cNvSpPr/>
          <p:nvPr/>
        </p:nvSpPr>
        <p:spPr>
          <a:xfrm>
            <a:off x="5741425" y="1813488"/>
            <a:ext cx="1776300" cy="211500"/>
          </a:xfrm>
          <a:prstGeom prst="rect">
            <a:avLst/>
          </a:prstGeom>
          <a:solidFill>
            <a:srgbClr val="E91D63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43241" l="0" r="0" t="47849"/>
          <a:stretch/>
        </p:blipFill>
        <p:spPr>
          <a:xfrm>
            <a:off x="311700" y="2306325"/>
            <a:ext cx="8520600" cy="783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34"/>
          <p:cNvCxnSpPr/>
          <p:nvPr/>
        </p:nvCxnSpPr>
        <p:spPr>
          <a:xfrm flipH="1">
            <a:off x="4687225" y="2095950"/>
            <a:ext cx="1471200" cy="71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4"/>
          <p:cNvSpPr/>
          <p:nvPr/>
        </p:nvSpPr>
        <p:spPr>
          <a:xfrm>
            <a:off x="2670825" y="2814150"/>
            <a:ext cx="2016300" cy="211500"/>
          </a:xfrm>
          <a:prstGeom prst="rect">
            <a:avLst/>
          </a:prstGeom>
          <a:solidFill>
            <a:srgbClr val="E91D63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Results</a:t>
            </a:r>
            <a:endParaRPr/>
          </a:p>
        </p:txBody>
      </p:sp>
      <p:sp>
        <p:nvSpPr>
          <p:cNvPr id="292" name="Google Shape;29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93" name="Google Shape;293;p35"/>
          <p:cNvGraphicFramePr/>
          <p:nvPr/>
        </p:nvGraphicFramePr>
        <p:xfrm>
          <a:off x="311700" y="148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{709F496F-DB3D-4476-992D-8F9A65F79524}</a:tableStyleId>
              </a:tblPr>
              <a:tblGrid>
                <a:gridCol w="1831925"/>
                <a:gridCol w="6688675"/>
              </a:tblGrid>
              <a:tr h="7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Variable</a:t>
                      </a:r>
                      <a:endParaRPr b="1"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Results</a:t>
                      </a:r>
                      <a:endParaRPr b="1"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7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Elon Musk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ShoeX, MarsFit, The Shoe Company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70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Walt Disney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Enchanted Slippers, Magic Step, Whimsoles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107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Marc Jacobs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Morph by Marc, The Marc Jacobs Flexible Shoe, FlexForm Oxfords</a:t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Stable Diffusion</a:t>
            </a:r>
            <a:endParaRPr/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5781200" y="1261500"/>
            <a:ext cx="3051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simple prompt we can use with Stable Diffusion when </a:t>
            </a:r>
            <a:r>
              <a:rPr lang="en"/>
              <a:t>generating an image of a product idea.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36"/>
          <p:cNvPicPr preferRelativeResize="0"/>
          <p:nvPr/>
        </p:nvPicPr>
        <p:blipFill rotWithShape="1">
          <a:blip r:embed="rId3">
            <a:alphaModFix/>
          </a:blip>
          <a:srcRect b="1969" l="0" r="0" t="1969"/>
          <a:stretch/>
        </p:blipFill>
        <p:spPr>
          <a:xfrm>
            <a:off x="311700" y="1106000"/>
            <a:ext cx="5274301" cy="361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307" name="Google Shape;30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7"/>
          <p:cNvSpPr txBox="1"/>
          <p:nvPr>
            <p:ph idx="1" type="body"/>
          </p:nvPr>
        </p:nvSpPr>
        <p:spPr>
          <a:xfrm>
            <a:off x="311700" y="1382225"/>
            <a:ext cx="33264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prompt template we discovered that reliably yields useful or desired results when generating an image of a product idea.</a:t>
            </a:r>
            <a:endParaRPr/>
          </a:p>
        </p:txBody>
      </p:sp>
      <p:pic>
        <p:nvPicPr>
          <p:cNvPr id="309" name="Google Shape;309;p37"/>
          <p:cNvPicPr preferRelativeResize="0"/>
          <p:nvPr/>
        </p:nvPicPr>
        <p:blipFill rotWithShape="1">
          <a:blip r:embed="rId3">
            <a:alphaModFix/>
          </a:blip>
          <a:srcRect b="1969" l="0" r="0" t="1969"/>
          <a:stretch/>
        </p:blipFill>
        <p:spPr>
          <a:xfrm>
            <a:off x="3638056" y="1106000"/>
            <a:ext cx="5194240" cy="3557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{product_type}, {style_details}, designed by {artist}. product photography, extremely detailed, studio lighting, 3 5 mm, dslr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15" name="Google Shape;315;p3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Template</a:t>
            </a:r>
            <a:endParaRPr/>
          </a:p>
        </p:txBody>
      </p:sp>
      <p:sp>
        <p:nvSpPr>
          <p:cNvPr id="316" name="Google Shape;3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9"/>
          <p:cNvPicPr preferRelativeResize="0"/>
          <p:nvPr/>
        </p:nvPicPr>
        <p:blipFill rotWithShape="1">
          <a:blip r:embed="rId3">
            <a:alphaModFix/>
          </a:blip>
          <a:srcRect b="20818" l="0" r="0" t="20818"/>
          <a:stretch/>
        </p:blipFill>
        <p:spPr>
          <a:xfrm>
            <a:off x="4961225" y="1207125"/>
            <a:ext cx="3299748" cy="192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9"/>
          <p:cNvPicPr preferRelativeResize="0"/>
          <p:nvPr/>
        </p:nvPicPr>
        <p:blipFill rotWithShape="1">
          <a:blip r:embed="rId4">
            <a:alphaModFix/>
          </a:blip>
          <a:srcRect b="58515" l="0" r="63721" t="21677"/>
          <a:stretch/>
        </p:blipFill>
        <p:spPr>
          <a:xfrm>
            <a:off x="311700" y="1453725"/>
            <a:ext cx="4142648" cy="1612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Direction</a:t>
            </a:r>
            <a:endParaRPr/>
          </a:p>
        </p:txBody>
      </p:sp>
      <p:sp>
        <p:nvSpPr>
          <p:cNvPr id="324" name="Google Shape;32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39"/>
          <p:cNvSpPr txBox="1"/>
          <p:nvPr>
            <p:ph idx="1" type="body"/>
          </p:nvPr>
        </p:nvSpPr>
        <p:spPr>
          <a:xfrm>
            <a:off x="311700" y="3133025"/>
            <a:ext cx="8520600" cy="14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desired style in detail, or reference a relevant persona.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Identify what others are doing to decide what to copy and where to innovate.</a:t>
            </a:r>
            <a:endParaRPr/>
          </a:p>
        </p:txBody>
      </p:sp>
      <p:sp>
        <p:nvSpPr>
          <p:cNvPr id="326" name="Google Shape;326;p39"/>
          <p:cNvSpPr/>
          <p:nvPr/>
        </p:nvSpPr>
        <p:spPr>
          <a:xfrm rot="-2699633">
            <a:off x="4943171" y="1899301"/>
            <a:ext cx="1987041" cy="568938"/>
          </a:xfrm>
          <a:prstGeom prst="rect">
            <a:avLst/>
          </a:prstGeom>
          <a:solidFill>
            <a:srgbClr val="E91D63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7" name="Google Shape;327;p39"/>
          <p:cNvCxnSpPr>
            <a:stCxn id="328" idx="3"/>
          </p:cNvCxnSpPr>
          <p:nvPr/>
        </p:nvCxnSpPr>
        <p:spPr>
          <a:xfrm>
            <a:off x="3090475" y="2238475"/>
            <a:ext cx="2184600" cy="120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39"/>
          <p:cNvSpPr/>
          <p:nvPr/>
        </p:nvSpPr>
        <p:spPr>
          <a:xfrm>
            <a:off x="486475" y="2013775"/>
            <a:ext cx="2604000" cy="449400"/>
          </a:xfrm>
          <a:prstGeom prst="rect">
            <a:avLst/>
          </a:prstGeom>
          <a:solidFill>
            <a:srgbClr val="E91D63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Results</a:t>
            </a:r>
            <a:endParaRPr/>
          </a:p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5" name="Google Shape;335;p40"/>
          <p:cNvGraphicFramePr/>
          <p:nvPr/>
        </p:nvGraphicFramePr>
        <p:xfrm>
          <a:off x="491625" y="1497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{709F496F-DB3D-4476-992D-8F9A65F79524}</a:tableStyleId>
              </a:tblPr>
              <a:tblGrid>
                <a:gridCol w="1344325"/>
                <a:gridCol w="2250525"/>
                <a:gridCol w="2292025"/>
                <a:gridCol w="2273875"/>
              </a:tblGrid>
              <a:tr h="45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Variable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Salvador</a:t>
                      </a: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Dali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Van Gogh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Great Wave</a:t>
                      </a:r>
                      <a:endParaRPr b="1"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159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Results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36" name="Google Shape;3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188" y="2019544"/>
            <a:ext cx="2186176" cy="218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500" y="2019537"/>
            <a:ext cx="2186176" cy="218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3800" y="2019538"/>
            <a:ext cx="2186176" cy="218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