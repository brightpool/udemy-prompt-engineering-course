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145536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4233672" y="2944368"/>
            <a:ext cx="694944" cy="393192"/>
          </a:xfrm>
          <a:prstGeom prst="triangle">
            <a:avLst/>
          </a:prstGeom>
          <a:solidFill>
            <a:srgbClr val="E91D6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22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66344"/>
            <a:ext cx="8321040" cy="23042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Model Context Protocol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11480" y="3419856"/>
            <a:ext cx="8321040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Universal Standard for Connecting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AI Applications to External Tools &amp; Data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Problem MCP Solves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310896" y="1472184"/>
            <a:ext cx="8549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Every AI application reinvents how it connects to external tools and data sources.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 apps × M tools = N×M custom integrations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Each provider builds its own plugin system (OpenAI plugins, Gemini extensions, etc.)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Developers rewrite the same connector logic for every AI platform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MCP fixes this with one universal protocol: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838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Build an MCP server once → it works with Claude, VS Code, Cursor, and any MCP host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91D6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Like USB-C for AI — one standard connector for all devices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MCP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pic>
        <p:nvPicPr>
          <p:cNvPr id="4" name="Image 0" descr="/sessions/eager-wonderful-brahmagupta/mcp-imag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Three Server Primitives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463040"/>
            <a:ext cx="2697480" cy="301752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1463040"/>
            <a:ext cx="2697480" cy="73152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" y="1627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Tools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Executable functions the AI can call to perform 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File operations, API calls,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database queries, calculations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" y="3474720"/>
            <a:ext cx="2423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1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3474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1D6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tools/list → tools/call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91256" y="1463040"/>
            <a:ext cx="2697480" cy="301752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3" name="Shape 11"/>
          <p:cNvSpPr/>
          <p:nvPr/>
        </p:nvSpPr>
        <p:spPr>
          <a:xfrm>
            <a:off x="3191256" y="1463040"/>
            <a:ext cx="2697480" cy="7315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4" name="Text 12"/>
          <p:cNvSpPr/>
          <p:nvPr/>
        </p:nvSpPr>
        <p:spPr>
          <a:xfrm>
            <a:off x="3374136" y="1627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Resources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74136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Data sources providing contextual information to the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74136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74136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File contents, DB records,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API responses, config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28416" y="3474720"/>
            <a:ext cx="2423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3474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838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resources/list → resources/read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71616" y="1463040"/>
            <a:ext cx="2697480" cy="301752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071616" y="1463040"/>
            <a:ext cx="2697480" cy="73152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22" name="Text 20"/>
          <p:cNvSpPr/>
          <p:nvPr/>
        </p:nvSpPr>
        <p:spPr>
          <a:xfrm>
            <a:off x="6254496" y="1627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73A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Prompts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54496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Reusable templates that structure LLM interactions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54496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System prompts, few-shot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examples, task templates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08776" y="3474720"/>
            <a:ext cx="2423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73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3474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3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prompts/list → prompts/get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Two Layers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463040"/>
            <a:ext cx="4023360" cy="306324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1463040"/>
            <a:ext cx="4023360" cy="73152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27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73A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 Layer (Inner)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JSON-RPC 2.0 Protocol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432304"/>
            <a:ext cx="109728" cy="109728"/>
          </a:xfrm>
          <a:prstGeom prst="ellipse">
            <a:avLst/>
          </a:prstGeom>
          <a:solidFill>
            <a:srgbClr val="673AB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Lifecycle management (init, negotiate, close)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779776"/>
            <a:ext cx="109728" cy="109728"/>
          </a:xfrm>
          <a:prstGeom prst="ellipse">
            <a:avLst/>
          </a:prstGeom>
          <a:solidFill>
            <a:srgbClr val="673AB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249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Capability discovery between client &amp; server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127248"/>
            <a:ext cx="109728" cy="109728"/>
          </a:xfrm>
          <a:prstGeom prst="ellipse">
            <a:avLst/>
          </a:prstGeom>
          <a:solidFill>
            <a:srgbClr val="673AB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723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Tool, resource, and prompt operations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474720"/>
            <a:ext cx="109728" cy="109728"/>
          </a:xfrm>
          <a:prstGeom prst="ellipse">
            <a:avLst/>
          </a:prstGeom>
          <a:solidFill>
            <a:srgbClr val="673AB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19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Sampling — server asks LLM for completions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822192"/>
            <a:ext cx="109728" cy="109728"/>
          </a:xfrm>
          <a:prstGeom prst="ellipse">
            <a:avLst/>
          </a:prstGeom>
          <a:solidFill>
            <a:srgbClr val="673AB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67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Notifications for real-time updates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9744" y="1463040"/>
            <a:ext cx="4023360" cy="306324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9744" y="1463040"/>
            <a:ext cx="4023360" cy="7315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0" name="Text 18"/>
          <p:cNvSpPr/>
          <p:nvPr/>
        </p:nvSpPr>
        <p:spPr>
          <a:xfrm>
            <a:off x="4992624" y="1627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Transport Layer (Outer)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92624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How messages travel between client &amp; server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84064" y="2432304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23" name="Text 21"/>
          <p:cNvSpPr/>
          <p:nvPr/>
        </p:nvSpPr>
        <p:spPr>
          <a:xfrm>
            <a:off x="5312664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Stdio — local process communication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84064" y="2779776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25" name="Text 23"/>
          <p:cNvSpPr/>
          <p:nvPr/>
        </p:nvSpPr>
        <p:spPr>
          <a:xfrm>
            <a:off x="5312664" y="27249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Streamable HTTP — remote servers + SSE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84064" y="3127248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27" name="Text 25"/>
          <p:cNvSpPr/>
          <p:nvPr/>
        </p:nvSpPr>
        <p:spPr>
          <a:xfrm>
            <a:off x="5312664" y="30723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Connection establishment &amp; framing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84064" y="3474720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29" name="Text 27"/>
          <p:cNvSpPr/>
          <p:nvPr/>
        </p:nvSpPr>
        <p:spPr>
          <a:xfrm>
            <a:off x="5312664" y="3419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Auth: OAuth, bearer tokens, API keys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84064" y="3822192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31" name="Text 29"/>
          <p:cNvSpPr/>
          <p:nvPr/>
        </p:nvSpPr>
        <p:spPr>
          <a:xfrm>
            <a:off x="5312664" y="3767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Same JSON-RPC format across all transports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Tools in 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pic>
        <p:nvPicPr>
          <p:cNvPr id="4" name="Image 0" descr="/sessions/eager-wonderful-brahmagupta/mcp-images/tool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82296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Where MCP is Used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1508760"/>
            <a:ext cx="73152" cy="868680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1581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Claude Desktop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496" y="1892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Anthropic's desktop app connects to local &amp; remote MCP servers for file access, databases, and more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" y="251460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10896" y="2514600"/>
            <a:ext cx="73152" cy="86868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" y="2587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" y="28986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Anthropic's CLI coding tool uses MCP to integrate with development tools, git, and project context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" y="352044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" y="3520440"/>
            <a:ext cx="73152" cy="868680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" y="3593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3A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VS Code / Cursor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" y="3904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IDE integrations that use MCP servers for code context, linting, testing, and external service access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508760"/>
            <a:ext cx="73152" cy="86868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581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Custom Applications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1892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Any app can become an MCP host using the open-source SDKs (Python, TypeScript, Java, C#, and more)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2514600"/>
            <a:ext cx="73152" cy="868680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587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Growing Ecosystem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28986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Thousands of community MCP servers: Slack, GitHub, Sentry, databases, file systems, APIs, and more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52044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3520440"/>
            <a:ext cx="73152" cy="868680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593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3A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Open Standard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40" y="3904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Created by Anthropic, open-sourced for the entire AI community — not locked to any one provider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310896" y="1472184"/>
            <a:ext cx="8549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Now you understand the protocol — let's build with it.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91D6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Coming up — Building MCP Servers &amp; Clients: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Build an MCP server that exposes tools, resources, and prompts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Connect to MCP servers from Python and TypeScript clients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Use stdio transport for local servers and HTTP for remote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Integrate MCP into your own AI applications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Key takeaway: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838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MCP is the universal standard that makes AI tools interoperable — build once, connect everywhere.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Model Context Protocol (MCP)?</dc:title>
  <dc:subject>PptxGenJS Presentation</dc:subject>
  <dc:creator>James Phoenix</dc:creator>
  <cp:lastModifiedBy>James Phoenix</cp:lastModifiedBy>
  <cp:revision>1</cp:revision>
  <dcterms:created xsi:type="dcterms:W3CDTF">2026-02-09T19:06:02Z</dcterms:created>
  <dcterms:modified xsi:type="dcterms:W3CDTF">2026-02-09T19:06:02Z</dcterms:modified>
</cp:coreProperties>
</file>