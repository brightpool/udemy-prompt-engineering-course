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145536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4233672" y="2944368"/>
            <a:ext cx="694944" cy="393192"/>
          </a:xfrm>
          <a:prstGeom prst="triangle">
            <a:avLst/>
          </a:prstGeom>
          <a:solidFill>
            <a:srgbClr val="E91D6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49224"/>
            <a:ext cx="8321040" cy="21214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Nano Banana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11480" y="3419856"/>
            <a:ext cx="832104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Gemini's Native Image Generation: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Capabilities &amp; Limitations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Nano Banana?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310896" y="1472184"/>
            <a:ext cx="8549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Nano Banana is the name for Gemini's native image generation capabilities.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Gemini can generate and process images conversationally with text, images, or a combination of both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Create, edit, and iterate on visuals with unprecedented control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All generated images include a SynthID watermark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Two distinct models available: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838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Nano Banana — Gemini 2.5 Flash Image (speed)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91D6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Nano Banana Pro — Gemini 3 Pro Image Preview (quality)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Nano Banana vs Nano Banana Pro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463040"/>
            <a:ext cx="4023360" cy="3063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1463040"/>
            <a:ext cx="4023360" cy="7315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27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Nano Banana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gemini-2.5-flash-image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Speed &amp; efficiency optimised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798064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High-volume, low-latency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145536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906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1024px max resolution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493008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381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Up to 3 input images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856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 aspect ratios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9744" y="1463040"/>
            <a:ext cx="4023360" cy="306324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9744" y="1463040"/>
            <a:ext cx="4023360" cy="73152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624" y="1627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Nano Banana Pro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92624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gemini-3-pro-image-preview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84064" y="2450592"/>
            <a:ext cx="109728" cy="109728"/>
          </a:xfrm>
          <a:prstGeom prst="ellipse">
            <a:avLst/>
          </a:prstGeom>
          <a:solidFill>
            <a:srgbClr val="E91D63"/>
          </a:solidFill>
          <a:ln/>
        </p:spPr>
      </p:sp>
      <p:sp>
        <p:nvSpPr>
          <p:cNvPr id="23" name="Text 21"/>
          <p:cNvSpPr/>
          <p:nvPr/>
        </p:nvSpPr>
        <p:spPr>
          <a:xfrm>
            <a:off x="5312664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Professional asset production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84064" y="2798064"/>
            <a:ext cx="109728" cy="109728"/>
          </a:xfrm>
          <a:prstGeom prst="ellipse">
            <a:avLst/>
          </a:prstGeom>
          <a:solidFill>
            <a:srgbClr val="E91D63"/>
          </a:solidFill>
          <a:ln/>
        </p:spPr>
      </p:sp>
      <p:sp>
        <p:nvSpPr>
          <p:cNvPr id="25" name="Text 23"/>
          <p:cNvSpPr/>
          <p:nvPr/>
        </p:nvSpPr>
        <p:spPr>
          <a:xfrm>
            <a:off x="5312664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Advanced reasoning (Thinking)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84064" y="3145536"/>
            <a:ext cx="109728" cy="109728"/>
          </a:xfrm>
          <a:prstGeom prst="ellipse">
            <a:avLst/>
          </a:prstGeom>
          <a:solidFill>
            <a:srgbClr val="E91D63"/>
          </a:solidFill>
          <a:ln/>
        </p:spPr>
      </p:sp>
      <p:sp>
        <p:nvSpPr>
          <p:cNvPr id="27" name="Text 25"/>
          <p:cNvSpPr/>
          <p:nvPr/>
        </p:nvSpPr>
        <p:spPr>
          <a:xfrm>
            <a:off x="5312664" y="30906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Up to 4K resolution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84064" y="3493008"/>
            <a:ext cx="109728" cy="109728"/>
          </a:xfrm>
          <a:prstGeom prst="ellipse">
            <a:avLst/>
          </a:prstGeom>
          <a:solidFill>
            <a:srgbClr val="E91D63"/>
          </a:solidFill>
          <a:ln/>
        </p:spPr>
      </p:sp>
      <p:sp>
        <p:nvSpPr>
          <p:cNvPr id="29" name="Text 27"/>
          <p:cNvSpPr/>
          <p:nvPr/>
        </p:nvSpPr>
        <p:spPr>
          <a:xfrm>
            <a:off x="5312664" y="34381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Up to 14 reference images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84064" y="3840480"/>
            <a:ext cx="109728" cy="109728"/>
          </a:xfrm>
          <a:prstGeom prst="ellipse">
            <a:avLst/>
          </a:prstGeom>
          <a:solidFill>
            <a:srgbClr val="E91D63"/>
          </a:solidFill>
          <a:ln/>
        </p:spPr>
      </p:sp>
      <p:sp>
        <p:nvSpPr>
          <p:cNvPr id="31" name="Text 29"/>
          <p:cNvSpPr/>
          <p:nvPr/>
        </p:nvSpPr>
        <p:spPr>
          <a:xfrm>
            <a:off x="5312664" y="37856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Google Search grounding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Capabilities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1508760"/>
            <a:ext cx="73152" cy="868680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Text to Image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Generate images from descriptive text prompts using natural language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" y="251460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" y="2514600"/>
            <a:ext cx="73152" cy="8686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Image Editing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" y="28986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Add, remove, or modify elements in existing images conversationally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" y="352044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" y="3520440"/>
            <a:ext cx="73152" cy="868680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Style Transfer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" y="3904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Apply artistic styles and transform visual aesthetics across images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508760"/>
            <a:ext cx="73152" cy="8686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Multi-turn Chat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Refine outputs iteratively through conversational back-and-forth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2514600"/>
            <a:ext cx="73152" cy="868680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Up to 4K Output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28986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 model supports 1K, 2K, and 4K resolution 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520440"/>
            <a:ext cx="73152" cy="868680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Search Grounding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904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Pro: generate images informed by real-time web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 Feature: Thinking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pic>
        <p:nvPicPr>
          <p:cNvPr id="4" name="Image 0" descr="/sessions/eager-wonderful-brahmagupta/nano-banana-images/thinking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Prompting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384048" cy="384048"/>
          </a:xfrm>
          <a:prstGeom prst="ellipse">
            <a:avLst/>
          </a:prstGeom>
          <a:solidFill>
            <a:srgbClr val="E91D63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3816" y="1490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Describe, don't list keywords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" y="17647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Narrative paragraphs beat keyword lists. The model thrives on natural language.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" y="2496312"/>
            <a:ext cx="384048" cy="38404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" y="2478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 hyper-specific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" y="275234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"Ornate elven plate armor with falcon-wing pauldrons" &gt; "fantasy armor"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" y="3483864"/>
            <a:ext cx="384048" cy="38404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" y="3465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Provide context and intent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" y="37398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Explain the purpose: "A logo for a high-end minimalist skincare brand"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384048" cy="384048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490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Iterate conversationally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17647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Use multi-turn chat: "Keep everything but make the lighting warmer"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496312"/>
            <a:ext cx="384048" cy="384048"/>
          </a:xfrm>
          <a:prstGeom prst="ellipse">
            <a:avLst/>
          </a:prstGeom>
          <a:solidFill>
            <a:srgbClr val="E91D63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2478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 photographic language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275234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Camera angles, lens types, lighting setups guide photorealistic output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483864"/>
            <a:ext cx="384048" cy="38404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3465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 semantic negatives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7398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Instead of "no cars" say "an empty, deserted street with no traffic"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457200" y="1527048"/>
            <a:ext cx="384048" cy="384048"/>
          </a:xfrm>
          <a:prstGeom prst="ellipse">
            <a:avLst/>
          </a:prstGeom>
          <a:solidFill>
            <a:srgbClr val="FCE4E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27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Language support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Best in English + 14 supported languages (ar, de, es, fr, hi, id, it, ja, ko, pt, ru, ua, vi, zh)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84048" cy="384048"/>
          </a:xfrm>
          <a:prstGeom prst="ellipse">
            <a:avLst/>
          </a:prstGeom>
          <a:solidFill>
            <a:srgbClr val="FCE4E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30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 audio or video input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Image generation only accepts text and image inputs — no audio or video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70632"/>
            <a:ext cx="384048" cy="384048"/>
          </a:xfrm>
          <a:prstGeom prst="ellipse">
            <a:avLst/>
          </a:prstGeom>
          <a:solidFill>
            <a:srgbClr val="FCE4E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70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523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Output count not guaranteed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0266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model may not match the exact number of images you request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384048" cy="384048"/>
          </a:xfrm>
          <a:prstGeom prst="ellipse">
            <a:avLst/>
          </a:prstGeom>
          <a:solidFill>
            <a:srgbClr val="FCE4E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74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Input image limits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6484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Flash: up to 3 images  |  Pro: 5 high-fidelity + up to 14 total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14216"/>
            <a:ext cx="384048" cy="384048"/>
          </a:xfrm>
          <a:prstGeom prst="ellipse">
            <a:avLst/>
          </a:prstGeom>
          <a:solidFill>
            <a:srgbClr val="FCE4E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14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995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SynthID watermark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2702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All generated images include an invisible SynthID watermark for provenance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Choosing the Right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" y="1472184"/>
          <a:ext cx="8549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3774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Nano Banana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Nano Banana Pro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Imagen 4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D6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Model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gemini-2.5-flash-image</a:t>
                      </a:r>
                      <a:endParaRPr lang="en-US" sz="10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gemini-3-pro-image-preview</a:t>
                      </a:r>
                      <a:endParaRPr lang="en-US" sz="10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imagen-4.0-generate-01</a:t>
                      </a:r>
                      <a:endParaRPr lang="en-US" sz="10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Best For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Speed, high-volume tasks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Pro assets, complex prompts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Specialised image gen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Max Resolution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1024px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4K (4096px)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Varies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Thinking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No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Yes (default on)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No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Search Grounding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No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Yes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No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Text Rendering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Good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Excellent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Good</a:t>
                      </a:r>
                      <a:endParaRPr lang="en-US" sz="11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10896" y="4069080"/>
            <a:ext cx="8549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Start with Nano Banana for speed. Upgrade to Pro when you need 4K, Thinking, or Search Grounding.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 Banana: Capabilities and Limitations</dc:title>
  <dc:subject>PptxGenJS Presentation</dc:subject>
  <dc:creator>James Phoenix</dc:creator>
  <cp:lastModifiedBy>James Phoenix</cp:lastModifiedBy>
  <cp:revision>1</cp:revision>
  <dcterms:created xsi:type="dcterms:W3CDTF">2026-02-09T15:07:53Z</dcterms:created>
  <dcterms:modified xsi:type="dcterms:W3CDTF">2026-02-09T15:07:53Z</dcterms:modified>
</cp:coreProperties>
</file>