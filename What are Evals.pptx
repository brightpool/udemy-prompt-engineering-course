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145536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4233672" y="2944368"/>
            <a:ext cx="694944" cy="393192"/>
          </a:xfrm>
          <a:prstGeom prst="triangle">
            <a:avLst/>
          </a:prstGeom>
          <a:solidFill>
            <a:srgbClr val="E91D63"/>
          </a:solidFill>
          <a:ln w="12700">
            <a:solidFill>
              <a:srgbClr val="E91D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649224"/>
            <a:ext cx="8321040" cy="21214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are Evals?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11480" y="3419856"/>
            <a:ext cx="8321040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conceptual introduction to AI evaluation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Evaluation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4023360" cy="21945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1508760"/>
            <a:ext cx="4023360" cy="457200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" y="2057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AI outputs are non-deterministic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"It seems to work" isn't enough for production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Edge cases emerge only in real usage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Prompt changes have cascading effects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4023360" cy="2194560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508760"/>
            <a:ext cx="4023360" cy="4572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Evals Solve This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Measure quality systematically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Catch regressions before deployment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Compare model/prompt versions objectively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Build confidence in production systems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3886200"/>
            <a:ext cx="54864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886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Without evals, you're flying blind in production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Types of Evaluations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2651760" cy="23774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1508760"/>
            <a:ext cx="2651760" cy="73152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Human Evaluation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336" y="2103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Expert reviewers judge outputs on quality, correctness, and relevance. Gold standard but doesn't scale.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" y="3063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✓ High accuracy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✗ Expensive &amp; slow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51760" cy="23774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508760"/>
            <a:ext cx="2651760" cy="7315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Automated Metrics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Code-based checks using exact match, regex, JSON validation, or embedding similarity.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3063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✓ Fast &amp; scalable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✗ Limited to structured outputs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508760"/>
            <a:ext cx="2651760" cy="23774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508760"/>
            <a:ext cx="2651760" cy="73152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LLM-as-Judge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72784" y="2103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Use another LLM to evaluate outputs. Judges quality, relevance, and reasoning at scale.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72784" y="3063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✓ Scalable + nuanced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✗ Needs calibration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" y="4069080"/>
            <a:ext cx="8549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Most production systems combine all three approaches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Evaluation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2651760" cy="2194560"/>
          </a:xfrm>
          <a:prstGeom prst="rect">
            <a:avLst/>
          </a:prstGeom>
          <a:solidFill>
            <a:srgbClr val="FDF2F4"/>
          </a:solidFill>
          <a:ln w="25400">
            <a:solidFill>
              <a:srgbClr val="E91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45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Accuracy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2336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Is the answer correct?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2336" y="2423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Factual correctness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Expected vs actual 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Task completion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2651760" cy="2194560"/>
          </a:xfrm>
          <a:prstGeom prst="rect">
            <a:avLst/>
          </a:prstGeom>
          <a:solidFill>
            <a:srgbClr val="E8F5F5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45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Relevance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3756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Does it address the question?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423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Context alignment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Query-response match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Topical coherence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508760"/>
            <a:ext cx="2651760" cy="2194560"/>
          </a:xfrm>
          <a:prstGeom prst="rect">
            <a:avLst/>
          </a:prstGeom>
          <a:solidFill>
            <a:srgbClr val="F3E5F5"/>
          </a:solidFill>
          <a:ln w="25400">
            <a:solidFill>
              <a:srgbClr val="673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645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3A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Faithfulness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72784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Is it grounded in source?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72784" y="2423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No hallucinations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Cites provided context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Doesn't add false info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" y="3886200"/>
            <a:ext cx="8549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For RAG systems: add retrieval metrics (precision@k, recall, MRR)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Eval-Driven Development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310896" y="1417320"/>
            <a:ext cx="8549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Build your test suite before optimizing prompts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828800" cy="1463040"/>
          </a:xfrm>
          <a:prstGeom prst="roundRect">
            <a:avLst/>
          </a:prstGeom>
          <a:solidFill>
            <a:srgbClr val="E91D63"/>
          </a:solidFill>
          <a:ln w="12700">
            <a:solidFill>
              <a:srgbClr val="E91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Define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Success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What does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"good" look like?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2743200"/>
            <a:ext cx="365760" cy="0"/>
          </a:xfrm>
          <a:prstGeom prst="line">
            <a:avLst/>
          </a:prstGeom>
          <a:noFill/>
          <a:ln w="25400">
            <a:solidFill>
              <a:srgbClr val="42424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51760" y="2011680"/>
            <a:ext cx="1828800" cy="1463040"/>
          </a:xfrm>
          <a:prstGeom prst="round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Test Cases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Create eval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dataset first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0" y="2743200"/>
            <a:ext cx="365760" cy="0"/>
          </a:xfrm>
          <a:prstGeom prst="line">
            <a:avLst/>
          </a:prstGeom>
          <a:noFill/>
          <a:ln w="25400">
            <a:solidFill>
              <a:srgbClr val="42424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6320" y="2011680"/>
            <a:ext cx="1828800" cy="1463040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Iterate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Prompts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Change &amp; measure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impact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2743200"/>
            <a:ext cx="365760" cy="0"/>
          </a:xfrm>
          <a:prstGeom prst="line">
            <a:avLst/>
          </a:prstGeom>
          <a:noFill/>
          <a:ln w="25400">
            <a:solidFill>
              <a:srgbClr val="42424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40880" y="2011680"/>
            <a:ext cx="1828800" cy="1463040"/>
          </a:xfrm>
          <a:prstGeom prst="round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Deploy with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Know it works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before shipping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3749040"/>
            <a:ext cx="64008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749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Like TDD for software: write tests first, then make them pass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Continuous Eval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931920" y="2377440"/>
            <a:ext cx="1280160" cy="731520"/>
          </a:xfrm>
          <a:prstGeom prst="ellipse">
            <a:avLst/>
          </a:prstGeom>
          <a:solidFill>
            <a:srgbClr val="E91D63"/>
          </a:solidFill>
          <a:ln w="12700">
            <a:solidFill>
              <a:srgbClr val="E91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23774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Eval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417320"/>
            <a:ext cx="2194560" cy="640080"/>
          </a:xfrm>
          <a:prstGeom prst="roundRect">
            <a:avLst/>
          </a:prstGeom>
          <a:solidFill>
            <a:srgbClr val="E8F5F5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417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Prompt or Model Change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2423160"/>
            <a:ext cx="2194560" cy="64008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73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3A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Run Eval Suite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657600"/>
            <a:ext cx="2194560" cy="640080"/>
          </a:xfrm>
          <a:prstGeom prst="roundRect">
            <a:avLst/>
          </a:prstGeom>
          <a:solidFill>
            <a:srgbClr val="FDF2F4"/>
          </a:solidFill>
          <a:ln w="25400">
            <a:solidFill>
              <a:srgbClr val="E91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Analyze Results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2194560" cy="6400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242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Identify Improvements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737360"/>
            <a:ext cx="731520" cy="640080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83680" y="3017520"/>
            <a:ext cx="-731520" cy="640080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74720" y="3977640"/>
            <a:ext cx="-731520" cy="-640080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645920" y="2423160"/>
            <a:ext cx="731520" cy="-685800"/>
          </a:xfrm>
          <a:prstGeom prst="line">
            <a:avLst/>
          </a:prstGeom>
          <a:noFill/>
          <a:ln w="25400">
            <a:solidFill>
              <a:srgbClr val="757575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Getting Started with Evals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4078224" cy="25603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" y="1645920"/>
            <a:ext cx="3895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You Need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2336" y="2148840"/>
            <a:ext cx="38953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Test dataset (20-50 examples to start)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Clear success criteria per task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Baseline measurements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Versioned prompts for comparison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Patience — evals take time upfront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4078224" cy="2560320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645920"/>
            <a:ext cx="3803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Quick Wins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2148840"/>
            <a:ext cx="38039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Start with exact-match on structured outputs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Use LLM-as-judge for open-ended tasks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Log everything — you'll need it later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Spreadsheets work for early-stage evals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Measure before and after every change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1371600" y="1463040"/>
            <a:ext cx="6400800" cy="640080"/>
          </a:xfrm>
          <a:prstGeom prst="rect">
            <a:avLst/>
          </a:prstGeom>
          <a:solidFill>
            <a:srgbClr val="FDF2F4"/>
          </a:solidFill>
          <a:ln w="25400">
            <a:solidFill>
              <a:srgbClr val="E91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4630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1. Evals are essential — not optional — for production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240280"/>
            <a:ext cx="6400800" cy="640080"/>
          </a:xfrm>
          <a:prstGeom prst="rect">
            <a:avLst/>
          </a:prstGeom>
          <a:solidFill>
            <a:srgbClr val="E8F5F5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2402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2. Combine human, automated, and LLM-as-judge approaches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solidFill>
            <a:srgbClr val="F3E5F5"/>
          </a:solidFill>
          <a:ln w="25400">
            <a:solidFill>
              <a:srgbClr val="673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0175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3. Build eval-first: define success before optimizing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solidFill>
            <a:srgbClr val="FAFAFA"/>
          </a:solidFill>
          <a:ln w="25400">
            <a:solidFill>
              <a:srgbClr val="4242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7947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4. Start simple — spreadsheets work. Scale as needed.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Evals?</dc:title>
  <dc:subject>PptxGenJS Presentation</dc:subject>
  <dc:creator>James Phoenix</dc:creator>
  <cp:lastModifiedBy>James Phoenix</cp:lastModifiedBy>
  <cp:revision>1</cp:revision>
  <dcterms:created xsi:type="dcterms:W3CDTF">2026-02-09T14:32:03Z</dcterms:created>
  <dcterms:modified xsi:type="dcterms:W3CDTF">2026-02-09T14:32:03Z</dcterms:modified>
</cp:coreProperties>
</file>