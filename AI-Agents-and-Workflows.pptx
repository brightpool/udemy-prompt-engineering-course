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145536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4233672" y="2944368"/>
            <a:ext cx="694944" cy="393192"/>
          </a:xfrm>
          <a:prstGeom prst="triangle">
            <a:avLst/>
          </a:prstGeom>
          <a:solidFill>
            <a:srgbClr val="E91D6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8229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649224"/>
            <a:ext cx="8321040" cy="21214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are AI Agents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and AI Workflows?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3419856"/>
            <a:ext cx="8321040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Building AI Agents - Coding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72768"/>
            <a:ext cx="9144000" cy="2020824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3" name="Text 1"/>
          <p:cNvSpPr/>
          <p:nvPr/>
        </p:nvSpPr>
        <p:spPr>
          <a:xfrm>
            <a:off x="429768" y="1901952"/>
            <a:ext cx="8321040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Understanding the Landscape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is an AI Workflow?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310896" y="1472184"/>
            <a:ext cx="4754880" cy="3118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 predefined sequence of steps where LLMs and tools are orchestrated by developer-defined code.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developer controls the flow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Each step's input/output is pre-planned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Deterministic execution path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LLMs are components within the pipeline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Think: assembly line in a factory</a:t>
            </a:r>
            <a:endParaRPr lang="en-US" sz="1600" dirty="0"/>
          </a:p>
        </p:txBody>
      </p:sp>
      <p:pic>
        <p:nvPicPr>
          <p:cNvPr id="5" name="Image 0" descr="/sessions/eager-wonderful-brahmagupta/generated-images/workflow-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371600"/>
            <a:ext cx="3474720" cy="2606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Common Workflow Patterns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10896" y="1508760"/>
            <a:ext cx="411480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" y="1508760"/>
            <a:ext cx="73152" cy="1325880"/>
          </a:xfrm>
          <a:prstGeom prst="rect">
            <a:avLst/>
          </a:prstGeom>
          <a:solidFill>
            <a:srgbClr val="424242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" y="1618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Sequential Chain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9496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 → B → 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Each step feeds the next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411480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508760"/>
            <a:ext cx="73152" cy="132588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618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3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Parallel Pipeline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 → [B1, B2, B3] → 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Run steps concurrently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0896" y="3063240"/>
            <a:ext cx="411480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673AB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" y="3063240"/>
            <a:ext cx="73152" cy="1325880"/>
          </a:xfrm>
          <a:prstGeom prst="rect">
            <a:avLst/>
          </a:prstGeom>
          <a:solidFill>
            <a:srgbClr val="673AB7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" y="3172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73AB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Router Pattern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" y="3566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 → switch(condition)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 → B1 or B2 or B3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3063240"/>
            <a:ext cx="411480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E91D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063240"/>
            <a:ext cx="73152" cy="1325880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172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DAG (Directed Acyclic Graph)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566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Complex dependencies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with conditional branches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is an AI Agent?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310896" y="1472184"/>
            <a:ext cx="4754880" cy="3118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An autonomous system where the LLM dynamically directs its own processes and tool usage.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LLM decides what to do next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Can use tools, search, and APIs on its own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Maintains memory across iterations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Loops until the goal is achieved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Think: a skilled employee who figures out the steps themselves</a:t>
            </a:r>
            <a:endParaRPr lang="en-US" sz="1600" dirty="0"/>
          </a:p>
        </p:txBody>
      </p:sp>
      <p:pic>
        <p:nvPicPr>
          <p:cNvPr id="5" name="Image 0" descr="/sessions/eager-wonderful-brahmagupta/generated-images/agent-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188720"/>
            <a:ext cx="347472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Agent Loop (ReAct Pattern)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pic>
        <p:nvPicPr>
          <p:cNvPr id="4" name="Image 0" descr="/sessions/eager-wonderful-brahmagupta/generated-images/agent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Agents vs Workflows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" y="1472184"/>
          <a:ext cx="8549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337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D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AI Workflow</a:t>
                      </a:r>
                      <a:endParaRPr lang="en-US" sz="14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D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AI Agent</a:t>
                      </a:r>
                      <a:endParaRPr lang="en-US" sz="14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D6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Control Flow</a:t>
                      </a:r>
                      <a:endParaRPr lang="en-US" sz="13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Developer-defined</a:t>
                      </a:r>
                      <a:endParaRPr lang="en-US" sz="13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LLM-directed</a:t>
                      </a:r>
                      <a:endParaRPr lang="en-US" sz="13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Execution</a:t>
                      </a:r>
                      <a:endParaRPr lang="en-US" sz="13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Deterministic</a:t>
                      </a:r>
                      <a:endParaRPr lang="en-US" sz="13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Dynamic &amp; adaptive</a:t>
                      </a:r>
                      <a:endParaRPr lang="en-US" sz="13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Tool Usage</a:t>
                      </a:r>
                      <a:endParaRPr lang="en-US" sz="13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Pre-planned</a:t>
                      </a:r>
                      <a:endParaRPr lang="en-US" sz="13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Autonomous selection</a:t>
                      </a:r>
                      <a:endParaRPr lang="en-US" sz="13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Error Handling</a:t>
                      </a:r>
                      <a:endParaRPr lang="en-US" sz="13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Explicit fallback logic</a:t>
                      </a:r>
                      <a:endParaRPr lang="en-US" sz="13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Self-correcting</a:t>
                      </a:r>
                      <a:endParaRPr lang="en-US" sz="13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Complexity</a:t>
                      </a:r>
                      <a:endParaRPr lang="en-US" sz="13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Lower, predictable</a:t>
                      </a:r>
                      <a:endParaRPr lang="en-US" sz="13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Higher, variable</a:t>
                      </a:r>
                      <a:endParaRPr lang="en-US" sz="13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Best For</a:t>
                      </a:r>
                      <a:endParaRPr lang="en-US" sz="13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Repeatable pipelines</a:t>
                      </a:r>
                      <a:endParaRPr lang="en-US" sz="13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24242"/>
                          </a:solidFill>
                          <a:latin typeface="Source Code Pro" pitchFamily="34" charset="0"/>
                          <a:ea typeface="Source Code Pro" pitchFamily="34" charset="-122"/>
                          <a:cs typeface="Source Code Pro" pitchFamily="34" charset="-120"/>
                        </a:rPr>
                        <a:t>Open-ended tasks</a:t>
                      </a:r>
                      <a:endParaRPr lang="en-US" sz="1300" dirty="0">
                        <a:latin typeface="Source Code Pro" charset="0"/>
                        <a:ea typeface="Source Code Pro" charset="0"/>
                        <a:cs typeface="Source Code P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Complexity Spectrum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pic>
        <p:nvPicPr>
          <p:cNvPr id="4" name="Image 0" descr="/sessions/eager-wonderful-brahmagupta/generated-images/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22960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0896" y="4023360"/>
            <a:ext cx="8549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Start simple. Only increase complexity when the problem demands it.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When Should You Use an Agent?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pic>
        <p:nvPicPr>
          <p:cNvPr id="4" name="Image 0" descr="/sessions/eager-wonderful-brahmagupta/generated-images/decision-fram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1371600"/>
            <a:ext cx="411480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488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Use an Agent when: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754880" y="178308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task requires multi-step reasoning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Steps can't be predetermined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Dynamic tool selection is needed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Self-correction is valuable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4880" y="2971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Use a Workflow when: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754880" y="32918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Steps are known in advance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Reproducibility is critical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You need cost/latency control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Reliability &gt; flexibility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457200" y="1508760"/>
            <a:ext cx="502920" cy="502920"/>
          </a:xfrm>
          <a:prstGeom prst="ellipse">
            <a:avLst/>
          </a:prstGeom>
          <a:solidFill>
            <a:srgbClr val="E91D6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4904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Workflows are orchestrated pipelines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Developer-defined control flow with LLMs as components. Deterministic and repeatable.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13432"/>
            <a:ext cx="502920" cy="502920"/>
          </a:xfrm>
          <a:prstGeom prst="ellipse">
            <a:avLst/>
          </a:prstGeom>
          <a:solidFill>
            <a:srgbClr val="E91D6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13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2951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Agents are autonomous reasoning loops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58775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LLM decides what to do, which tools to use, and when to stop. Dynamic and adaptive.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18104"/>
            <a:ext cx="502920" cy="502920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18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09981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Start with the simplest approach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392424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Don't build an agent when a workflow will do. Complexity has real costs in reliability and latency.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22776"/>
            <a:ext cx="502920" cy="502920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22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9044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best systems often combine both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4197096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Use workflows for structured subtasks within an agent, or agents as steps in a larger workflow.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72768"/>
            <a:ext cx="9144000" cy="2020824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3" name="Text 1"/>
          <p:cNvSpPr/>
          <p:nvPr/>
        </p:nvSpPr>
        <p:spPr>
          <a:xfrm>
            <a:off x="429768" y="17830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Let's Build!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29768" y="256032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Time to code our first AI agents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are AI Agents and AI Workflows?</dc:title>
  <dc:subject>PptxGenJS Presentation</dc:subject>
  <dc:creator>James Phoenix</dc:creator>
  <cp:lastModifiedBy>James Phoenix</cp:lastModifiedBy>
  <cp:revision>1</cp:revision>
  <dcterms:created xsi:type="dcterms:W3CDTF">2026-02-09T18:14:37Z</dcterms:created>
  <dcterms:modified xsi:type="dcterms:W3CDTF">2026-02-09T18:14:37Z</dcterms:modified>
</cp:coreProperties>
</file>