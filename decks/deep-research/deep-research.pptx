
<file path=[Content_Types].xml><?xml version="1.0" encoding="utf-8"?>
<Types xmlns="http://schemas.openxmlformats.org/package/2006/content-types">
  <Default Extension="fntdata" ContentType="application/x-fontdata"/>
  <Default Extension="rels" ContentType="application/vnd.openxmlformats-package.relationships+xml"/>
  <Default Extension="xml" ContentType="application/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70" r:id="rId5"/>
    <p:sldMasterId id="2147483671" r:id="rId6"/>
  </p:sldMasterIdLst>
  <p:notesMasterIdLst>
    <p:notesMasterId r:id="rId7"/>
  </p:notesMasterIdLst>
  <p:sldIdLst>
    <p:sldId id="256" r:id="rId14"/>
    <p:sldId id="257" r:id="rId15"/>
    <p:sldId id="258" r:id="rId16"/>
    <p:sldId id="259" r:id="rId17"/>
    <p:sldId id="260" r:id="rId18"/>
    <p:sldId id="261" r:id="rId19"/>
    <p:sldId id="262" r:id="rId20"/>
    <p:sldId id="263" r:id="rId21"/>
    <p:sldId id="264" r:id="rId22"/>
    <p:sldId id="265" r:id="rId23"/>
    <p:sldId id="266" r:id="rId13"/>
  </p:sldIdLst>
  <p:sldSz cy="5143500" cx="9144000"/>
  <p:notesSz cx="6858000" cy="9144000"/>
  <p:embeddedFontLst>
    <p:embeddedFont>
      <p:font typeface="Source Code Pro"/>
      <p:regular r:id="rId24"/>
      <p:bold r:id="rId25"/>
      <p:italic r:id="rId26"/>
      <p:boldItalic r:id="rId27"/>
    </p:embeddedFont>
    <p:embeddedFont>
      <p:font typeface="Oswald"/>
      <p:regular r:id="rId28"/>
      <p:bold r:id="rId2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3673574E-313A-4E41-A38C-36F247BE0EA5}">
  <a:tblStyle styleId="{3673574E-313A-4E41-A38C-36F247BE0EA5}"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709F496F-DB3D-4476-992D-8F9A65F79524}" styleName="Table_1">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notesMaster" Target="notesMasters/notesMaster1.xml"/><Relationship Id="rId13" Type="http://schemas.openxmlformats.org/officeDocument/2006/relationships/slide" Target="slides/slide11.xml"/><Relationship Id="rId14" Type="http://schemas.openxmlformats.org/officeDocument/2006/relationships/slide" Target="slides/slide1.xml"/><Relationship Id="rId15" Type="http://schemas.openxmlformats.org/officeDocument/2006/relationships/slide" Target="slides/slide2.xml"/><Relationship Id="rId16" Type="http://schemas.openxmlformats.org/officeDocument/2006/relationships/slide" Target="slides/slide3.xml"/><Relationship Id="rId17" Type="http://schemas.openxmlformats.org/officeDocument/2006/relationships/slide" Target="slides/slide4.xml"/><Relationship Id="rId18" Type="http://schemas.openxmlformats.org/officeDocument/2006/relationships/slide" Target="slides/slide5.xml"/><Relationship Id="rId19" Type="http://schemas.openxmlformats.org/officeDocument/2006/relationships/slide" Target="slides/slide6.xml"/><Relationship Id="rId20" Type="http://schemas.openxmlformats.org/officeDocument/2006/relationships/slide" Target="slides/slide7.xml"/><Relationship Id="rId21" Type="http://schemas.openxmlformats.org/officeDocument/2006/relationships/slide" Target="slides/slide8.xml"/><Relationship Id="rId22" Type="http://schemas.openxmlformats.org/officeDocument/2006/relationships/slide" Target="slides/slide9.xml"/><Relationship Id="rId23" Type="http://schemas.openxmlformats.org/officeDocument/2006/relationships/slide" Target="slides/slide10.xml"/><Relationship Id="rId24" Type="http://schemas.openxmlformats.org/officeDocument/2006/relationships/font" Target="fonts/SourceCodePro-regular.fntdata"/><Relationship Id="rId25" Type="http://schemas.openxmlformats.org/officeDocument/2006/relationships/font" Target="fonts/SourceCodePro-bold.fntdata"/><Relationship Id="rId26" Type="http://schemas.openxmlformats.org/officeDocument/2006/relationships/font" Target="fonts/SourceCodePro-italic.fntdata"/><Relationship Id="rId27" Type="http://schemas.openxmlformats.org/officeDocument/2006/relationships/font" Target="fonts/SourceCodePro-boldItalic.fntdata"/><Relationship Id="rId28" Type="http://schemas.openxmlformats.org/officeDocument/2006/relationships/font" Target="fonts/Oswald-regular.fntdata"/><Relationship Id="rId29" Type="http://schemas.openxmlformats.org/officeDocument/2006/relationships/font" Target="fonts/Oswald-bold.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p:nvPr/>
        </p:nvSpPr>
        <p:spPr>
          <a:xfrm rot="10800000">
            <a:off x="4226100" y="2933550"/>
            <a:ext cx="691800" cy="388500"/>
          </a:xfrm>
          <a:prstGeom prst="triangle">
            <a:avLst>
              <a:gd fmla="val 50000"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2"/>
          <p:cNvSpPr/>
          <p:nvPr/>
        </p:nvSpPr>
        <p:spPr>
          <a:xfrm>
            <a:off x="-25" y="0"/>
            <a:ext cx="9144000" cy="31242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txBox="1"/>
          <p:nvPr>
            <p:ph type="ctrTitle"/>
          </p:nvPr>
        </p:nvSpPr>
        <p:spPr>
          <a:xfrm>
            <a:off x="411175" y="644300"/>
            <a:ext cx="8282400" cy="2109000"/>
          </a:xfrm>
          <a:prstGeom prst="rect">
            <a:avLst/>
          </a:prstGeom>
        </p:spPr>
        <p:txBody>
          <a:bodyPr anchorCtr="0" anchor="b" bIns="91425" lIns="91425" spcFirstLastPara="1" rIns="91425" wrap="square" tIns="91425">
            <a:normAutofit/>
          </a:bodyPr>
          <a:lstStyle>
            <a:lvl1pPr lvl="0" algn="ctr">
              <a:spcBef>
                <a:spcPts val="0"/>
              </a:spcBef>
              <a:spcAft>
                <a:spcPts val="0"/>
              </a:spcAft>
              <a:buClr>
                <a:schemeClr val="lt1"/>
              </a:buClr>
              <a:buSzPts val="6000"/>
              <a:buNone/>
              <a:defRPr sz="6000">
                <a:solidFill>
                  <a:schemeClr val="lt1"/>
                </a:solidFill>
              </a:defRPr>
            </a:lvl1pPr>
            <a:lvl2pPr lvl="1" algn="ctr">
              <a:spcBef>
                <a:spcPts val="0"/>
              </a:spcBef>
              <a:spcAft>
                <a:spcPts val="0"/>
              </a:spcAft>
              <a:buClr>
                <a:schemeClr val="lt1"/>
              </a:buClr>
              <a:buSzPts val="6000"/>
              <a:buNone/>
              <a:defRPr sz="6000">
                <a:solidFill>
                  <a:schemeClr val="lt1"/>
                </a:solidFill>
              </a:defRPr>
            </a:lvl2pPr>
            <a:lvl3pPr lvl="2" algn="ctr">
              <a:spcBef>
                <a:spcPts val="0"/>
              </a:spcBef>
              <a:spcAft>
                <a:spcPts val="0"/>
              </a:spcAft>
              <a:buClr>
                <a:schemeClr val="lt1"/>
              </a:buClr>
              <a:buSzPts val="6000"/>
              <a:buNone/>
              <a:defRPr sz="6000">
                <a:solidFill>
                  <a:schemeClr val="lt1"/>
                </a:solidFill>
              </a:defRPr>
            </a:lvl3pPr>
            <a:lvl4pPr lvl="3" algn="ctr">
              <a:spcBef>
                <a:spcPts val="0"/>
              </a:spcBef>
              <a:spcAft>
                <a:spcPts val="0"/>
              </a:spcAft>
              <a:buClr>
                <a:schemeClr val="lt1"/>
              </a:buClr>
              <a:buSzPts val="6000"/>
              <a:buNone/>
              <a:defRPr sz="6000">
                <a:solidFill>
                  <a:schemeClr val="lt1"/>
                </a:solidFill>
              </a:defRPr>
            </a:lvl4pPr>
            <a:lvl5pPr lvl="4" algn="ctr">
              <a:spcBef>
                <a:spcPts val="0"/>
              </a:spcBef>
              <a:spcAft>
                <a:spcPts val="0"/>
              </a:spcAft>
              <a:buClr>
                <a:schemeClr val="lt1"/>
              </a:buClr>
              <a:buSzPts val="6000"/>
              <a:buNone/>
              <a:defRPr sz="6000">
                <a:solidFill>
                  <a:schemeClr val="lt1"/>
                </a:solidFill>
              </a:defRPr>
            </a:lvl5pPr>
            <a:lvl6pPr lvl="5" algn="ctr">
              <a:spcBef>
                <a:spcPts val="0"/>
              </a:spcBef>
              <a:spcAft>
                <a:spcPts val="0"/>
              </a:spcAft>
              <a:buClr>
                <a:schemeClr val="lt1"/>
              </a:buClr>
              <a:buSzPts val="6000"/>
              <a:buNone/>
              <a:defRPr sz="6000">
                <a:solidFill>
                  <a:schemeClr val="lt1"/>
                </a:solidFill>
              </a:defRPr>
            </a:lvl6pPr>
            <a:lvl7pPr lvl="6" algn="ctr">
              <a:spcBef>
                <a:spcPts val="0"/>
              </a:spcBef>
              <a:spcAft>
                <a:spcPts val="0"/>
              </a:spcAft>
              <a:buClr>
                <a:schemeClr val="lt1"/>
              </a:buClr>
              <a:buSzPts val="6000"/>
              <a:buNone/>
              <a:defRPr sz="6000">
                <a:solidFill>
                  <a:schemeClr val="lt1"/>
                </a:solidFill>
              </a:defRPr>
            </a:lvl7pPr>
            <a:lvl8pPr lvl="7" algn="ctr">
              <a:spcBef>
                <a:spcPts val="0"/>
              </a:spcBef>
              <a:spcAft>
                <a:spcPts val="0"/>
              </a:spcAft>
              <a:buClr>
                <a:schemeClr val="lt1"/>
              </a:buClr>
              <a:buSzPts val="6000"/>
              <a:buNone/>
              <a:defRPr sz="6000">
                <a:solidFill>
                  <a:schemeClr val="lt1"/>
                </a:solidFill>
              </a:defRPr>
            </a:lvl8pPr>
            <a:lvl9pPr lvl="8" algn="ctr">
              <a:spcBef>
                <a:spcPts val="0"/>
              </a:spcBef>
              <a:spcAft>
                <a:spcPts val="0"/>
              </a:spcAft>
              <a:buClr>
                <a:schemeClr val="lt1"/>
              </a:buClr>
              <a:buSzPts val="6000"/>
              <a:buNone/>
              <a:defRPr sz="6000">
                <a:solidFill>
                  <a:schemeClr val="lt1"/>
                </a:solidFill>
              </a:defRPr>
            </a:lvl9pPr>
          </a:lstStyle>
          <a:p/>
        </p:txBody>
      </p:sp>
      <p:sp>
        <p:nvSpPr>
          <p:cNvPr id="13" name="Google Shape;13;p2"/>
          <p:cNvSpPr txBox="1"/>
          <p:nvPr>
            <p:ph idx="1" type="subTitle"/>
          </p:nvPr>
        </p:nvSpPr>
        <p:spPr>
          <a:xfrm>
            <a:off x="411175" y="3398250"/>
            <a:ext cx="8282400" cy="1260600"/>
          </a:xfrm>
          <a:prstGeom prst="rect">
            <a:avLst/>
          </a:prstGeom>
        </p:spPr>
        <p:txBody>
          <a:bodyPr anchorCtr="0" anchor="ctr" bIns="91425" lIns="91425" spcFirstLastPara="1" rIns="91425" wrap="square" tIns="91425">
            <a:normAutofit/>
          </a:bodyPr>
          <a:lstStyle>
            <a:lvl1pPr lvl="0" algn="ctr">
              <a:lnSpc>
                <a:spcPct val="100000"/>
              </a:lnSpc>
              <a:spcBef>
                <a:spcPts val="0"/>
              </a:spcBef>
              <a:spcAft>
                <a:spcPts val="0"/>
              </a:spcAft>
              <a:buSzPts val="3600"/>
              <a:buFont typeface="Oswald"/>
              <a:buNone/>
              <a:defRPr sz="3600">
                <a:latin typeface="Oswald"/>
                <a:ea typeface="Oswald"/>
                <a:cs typeface="Oswald"/>
                <a:sym typeface="Oswald"/>
              </a:defRPr>
            </a:lvl1pPr>
            <a:lvl2pPr lvl="1" algn="ctr">
              <a:lnSpc>
                <a:spcPct val="100000"/>
              </a:lnSpc>
              <a:spcBef>
                <a:spcPts val="0"/>
              </a:spcBef>
              <a:spcAft>
                <a:spcPts val="0"/>
              </a:spcAft>
              <a:buSzPts val="3600"/>
              <a:buFont typeface="Oswald"/>
              <a:buNone/>
              <a:defRPr sz="3600">
                <a:latin typeface="Oswald"/>
                <a:ea typeface="Oswald"/>
                <a:cs typeface="Oswald"/>
                <a:sym typeface="Oswald"/>
              </a:defRPr>
            </a:lvl2pPr>
            <a:lvl3pPr lvl="2" algn="ctr">
              <a:lnSpc>
                <a:spcPct val="100000"/>
              </a:lnSpc>
              <a:spcBef>
                <a:spcPts val="0"/>
              </a:spcBef>
              <a:spcAft>
                <a:spcPts val="0"/>
              </a:spcAft>
              <a:buSzPts val="3600"/>
              <a:buFont typeface="Oswald"/>
              <a:buNone/>
              <a:defRPr sz="3600">
                <a:latin typeface="Oswald"/>
                <a:ea typeface="Oswald"/>
                <a:cs typeface="Oswald"/>
                <a:sym typeface="Oswald"/>
              </a:defRPr>
            </a:lvl3pPr>
            <a:lvl4pPr lvl="3" algn="ctr">
              <a:lnSpc>
                <a:spcPct val="100000"/>
              </a:lnSpc>
              <a:spcBef>
                <a:spcPts val="0"/>
              </a:spcBef>
              <a:spcAft>
                <a:spcPts val="0"/>
              </a:spcAft>
              <a:buSzPts val="3600"/>
              <a:buFont typeface="Oswald"/>
              <a:buNone/>
              <a:defRPr sz="3600">
                <a:latin typeface="Oswald"/>
                <a:ea typeface="Oswald"/>
                <a:cs typeface="Oswald"/>
                <a:sym typeface="Oswald"/>
              </a:defRPr>
            </a:lvl4pPr>
            <a:lvl5pPr lvl="4" algn="ctr">
              <a:lnSpc>
                <a:spcPct val="100000"/>
              </a:lnSpc>
              <a:spcBef>
                <a:spcPts val="0"/>
              </a:spcBef>
              <a:spcAft>
                <a:spcPts val="0"/>
              </a:spcAft>
              <a:buSzPts val="3600"/>
              <a:buFont typeface="Oswald"/>
              <a:buNone/>
              <a:defRPr sz="3600">
                <a:latin typeface="Oswald"/>
                <a:ea typeface="Oswald"/>
                <a:cs typeface="Oswald"/>
                <a:sym typeface="Oswald"/>
              </a:defRPr>
            </a:lvl5pPr>
            <a:lvl6pPr lvl="5" algn="ctr">
              <a:lnSpc>
                <a:spcPct val="100000"/>
              </a:lnSpc>
              <a:spcBef>
                <a:spcPts val="0"/>
              </a:spcBef>
              <a:spcAft>
                <a:spcPts val="0"/>
              </a:spcAft>
              <a:buSzPts val="3600"/>
              <a:buFont typeface="Oswald"/>
              <a:buNone/>
              <a:defRPr sz="3600">
                <a:latin typeface="Oswald"/>
                <a:ea typeface="Oswald"/>
                <a:cs typeface="Oswald"/>
                <a:sym typeface="Oswald"/>
              </a:defRPr>
            </a:lvl6pPr>
            <a:lvl7pPr lvl="6" algn="ctr">
              <a:lnSpc>
                <a:spcPct val="100000"/>
              </a:lnSpc>
              <a:spcBef>
                <a:spcPts val="0"/>
              </a:spcBef>
              <a:spcAft>
                <a:spcPts val="0"/>
              </a:spcAft>
              <a:buSzPts val="3600"/>
              <a:buFont typeface="Oswald"/>
              <a:buNone/>
              <a:defRPr sz="3600">
                <a:latin typeface="Oswald"/>
                <a:ea typeface="Oswald"/>
                <a:cs typeface="Oswald"/>
                <a:sym typeface="Oswald"/>
              </a:defRPr>
            </a:lvl7pPr>
            <a:lvl8pPr lvl="7" algn="ctr">
              <a:lnSpc>
                <a:spcPct val="100000"/>
              </a:lnSpc>
              <a:spcBef>
                <a:spcPts val="0"/>
              </a:spcBef>
              <a:spcAft>
                <a:spcPts val="0"/>
              </a:spcAft>
              <a:buSzPts val="3600"/>
              <a:buFont typeface="Oswald"/>
              <a:buNone/>
              <a:defRPr sz="3600">
                <a:latin typeface="Oswald"/>
                <a:ea typeface="Oswald"/>
                <a:cs typeface="Oswald"/>
                <a:sym typeface="Oswald"/>
              </a:defRPr>
            </a:lvl8pPr>
            <a:lvl9pPr lvl="8" algn="ctr">
              <a:lnSpc>
                <a:spcPct val="100000"/>
              </a:lnSpc>
              <a:spcBef>
                <a:spcPts val="0"/>
              </a:spcBef>
              <a:spcAft>
                <a:spcPts val="0"/>
              </a:spcAft>
              <a:buSzPts val="3600"/>
              <a:buFont typeface="Oswald"/>
              <a:buNone/>
              <a:defRPr sz="3600">
                <a:latin typeface="Oswald"/>
                <a:ea typeface="Oswald"/>
                <a:cs typeface="Oswald"/>
                <a:sym typeface="Oswald"/>
              </a:defRPr>
            </a:lvl9pPr>
          </a:lstStyle>
          <a:p/>
        </p:txBody>
      </p:sp>
      <p:sp>
        <p:nvSpPr>
          <p:cNvPr id="14" name="Google Shape;14;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5" name="Google Shape;15;p2"/>
          <p:cNvSpPr txBox="1"/>
          <p:nvPr/>
        </p:nvSpPr>
        <p:spPr>
          <a:xfrm>
            <a:off x="411175" y="79900"/>
            <a:ext cx="8282400" cy="380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chemeClr val="lt1"/>
                </a:solidFill>
                <a:latin typeface="Source Code Pro"/>
                <a:ea typeface="Source Code Pro"/>
                <a:cs typeface="Source Code Pro"/>
                <a:sym typeface="Source Code Pro"/>
              </a:rPr>
              <a:t>The Complete Prompt Engineering for AI Bootcamp</a:t>
            </a:r>
            <a:endParaRPr sz="1100">
              <a:solidFill>
                <a:schemeClr val="lt1"/>
              </a:solidFill>
              <a:latin typeface="Source Code Pro"/>
              <a:ea typeface="Source Code Pro"/>
              <a:cs typeface="Source Code Pro"/>
              <a:sym typeface="Source Code Pro"/>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6" name="Shape 16"/>
        <p:cNvGrpSpPr/>
        <p:nvPr/>
      </p:nvGrpSpPr>
      <p:grpSpPr>
        <a:xfrm>
          <a:off x="0" y="0"/>
          <a:ext cx="0" cy="0"/>
          <a:chOff x="0" y="0"/>
          <a:chExt cx="0" cy="0"/>
        </a:xfrm>
      </p:grpSpPr>
      <p:sp>
        <p:nvSpPr>
          <p:cNvPr id="17" name="Google Shape;17;p3"/>
          <p:cNvSpPr/>
          <p:nvPr/>
        </p:nvSpPr>
        <p:spPr>
          <a:xfrm>
            <a:off x="0" y="1567350"/>
            <a:ext cx="9144000" cy="20088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 name="Google Shape;18;p3"/>
          <p:cNvSpPr txBox="1"/>
          <p:nvPr>
            <p:ph type="title"/>
          </p:nvPr>
        </p:nvSpPr>
        <p:spPr>
          <a:xfrm>
            <a:off x="430800" y="1889700"/>
            <a:ext cx="8282400" cy="15165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lt1"/>
              </a:buClr>
              <a:buSzPts val="3600"/>
              <a:buNone/>
              <a:defRPr sz="3600">
                <a:solidFill>
                  <a:schemeClr val="lt1"/>
                </a:solidFill>
              </a:defRPr>
            </a:lvl1pPr>
            <a:lvl2pPr lvl="1" algn="ctr">
              <a:spcBef>
                <a:spcPts val="0"/>
              </a:spcBef>
              <a:spcAft>
                <a:spcPts val="0"/>
              </a:spcAft>
              <a:buClr>
                <a:schemeClr val="lt1"/>
              </a:buClr>
              <a:buSzPts val="3600"/>
              <a:buNone/>
              <a:defRPr sz="3600">
                <a:solidFill>
                  <a:schemeClr val="lt1"/>
                </a:solidFill>
              </a:defRPr>
            </a:lvl2pPr>
            <a:lvl3pPr lvl="2" algn="ctr">
              <a:spcBef>
                <a:spcPts val="0"/>
              </a:spcBef>
              <a:spcAft>
                <a:spcPts val="0"/>
              </a:spcAft>
              <a:buClr>
                <a:schemeClr val="lt1"/>
              </a:buClr>
              <a:buSzPts val="3600"/>
              <a:buNone/>
              <a:defRPr sz="3600">
                <a:solidFill>
                  <a:schemeClr val="lt1"/>
                </a:solidFill>
              </a:defRPr>
            </a:lvl3pPr>
            <a:lvl4pPr lvl="3" algn="ctr">
              <a:spcBef>
                <a:spcPts val="0"/>
              </a:spcBef>
              <a:spcAft>
                <a:spcPts val="0"/>
              </a:spcAft>
              <a:buClr>
                <a:schemeClr val="lt1"/>
              </a:buClr>
              <a:buSzPts val="3600"/>
              <a:buNone/>
              <a:defRPr sz="3600">
                <a:solidFill>
                  <a:schemeClr val="lt1"/>
                </a:solidFill>
              </a:defRPr>
            </a:lvl4pPr>
            <a:lvl5pPr lvl="4" algn="ctr">
              <a:spcBef>
                <a:spcPts val="0"/>
              </a:spcBef>
              <a:spcAft>
                <a:spcPts val="0"/>
              </a:spcAft>
              <a:buClr>
                <a:schemeClr val="lt1"/>
              </a:buClr>
              <a:buSzPts val="3600"/>
              <a:buNone/>
              <a:defRPr sz="3600">
                <a:solidFill>
                  <a:schemeClr val="lt1"/>
                </a:solidFill>
              </a:defRPr>
            </a:lvl5pPr>
            <a:lvl6pPr lvl="5" algn="ctr">
              <a:spcBef>
                <a:spcPts val="0"/>
              </a:spcBef>
              <a:spcAft>
                <a:spcPts val="0"/>
              </a:spcAft>
              <a:buClr>
                <a:schemeClr val="lt1"/>
              </a:buClr>
              <a:buSzPts val="3600"/>
              <a:buNone/>
              <a:defRPr sz="3600">
                <a:solidFill>
                  <a:schemeClr val="lt1"/>
                </a:solidFill>
              </a:defRPr>
            </a:lvl6pPr>
            <a:lvl7pPr lvl="6" algn="ctr">
              <a:spcBef>
                <a:spcPts val="0"/>
              </a:spcBef>
              <a:spcAft>
                <a:spcPts val="0"/>
              </a:spcAft>
              <a:buClr>
                <a:schemeClr val="lt1"/>
              </a:buClr>
              <a:buSzPts val="3600"/>
              <a:buNone/>
              <a:defRPr sz="3600">
                <a:solidFill>
                  <a:schemeClr val="lt1"/>
                </a:solidFill>
              </a:defRPr>
            </a:lvl7pPr>
            <a:lvl8pPr lvl="7" algn="ctr">
              <a:spcBef>
                <a:spcPts val="0"/>
              </a:spcBef>
              <a:spcAft>
                <a:spcPts val="0"/>
              </a:spcAft>
              <a:buClr>
                <a:schemeClr val="lt1"/>
              </a:buClr>
              <a:buSzPts val="3600"/>
              <a:buNone/>
              <a:defRPr sz="3600">
                <a:solidFill>
                  <a:schemeClr val="lt1"/>
                </a:solidFill>
              </a:defRPr>
            </a:lvl8pPr>
            <a:lvl9pPr lvl="8" algn="ctr">
              <a:spcBef>
                <a:spcPts val="0"/>
              </a:spcBef>
              <a:spcAft>
                <a:spcPts val="0"/>
              </a:spcAft>
              <a:buClr>
                <a:schemeClr val="lt1"/>
              </a:buClr>
              <a:buSzPts val="3600"/>
              <a:buNone/>
              <a:defRPr sz="3600">
                <a:solidFill>
                  <a:schemeClr val="lt1"/>
                </a:solidFill>
              </a:defRPr>
            </a:lvl9pPr>
          </a:lstStyle>
          <a:p/>
        </p:txBody>
      </p:sp>
      <p:sp>
        <p:nvSpPr>
          <p:cNvPr id="19" name="Google Shape;19;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20" name="Google Shape;20;p3"/>
          <p:cNvSpPr txBox="1"/>
          <p:nvPr/>
        </p:nvSpPr>
        <p:spPr>
          <a:xfrm>
            <a:off x="311700" y="4669825"/>
            <a:ext cx="8282400" cy="3804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900">
                <a:solidFill>
                  <a:schemeClr val="dk2"/>
                </a:solidFill>
                <a:latin typeface="Source Code Pro"/>
                <a:ea typeface="Source Code Pro"/>
                <a:cs typeface="Source Code Pro"/>
                <a:sym typeface="Source Code Pro"/>
              </a:rPr>
              <a:t>The Complete Prompt Engineering for AI Bootcamp</a:t>
            </a:r>
            <a:endParaRPr sz="900">
              <a:solidFill>
                <a:schemeClr val="dk2"/>
              </a:solidFill>
              <a:latin typeface="Source Code Pro"/>
              <a:ea typeface="Source Code Pro"/>
              <a:cs typeface="Source Code Pro"/>
              <a:sym typeface="Source Code Pro"/>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1" name="Shape 21"/>
        <p:cNvGrpSpPr/>
        <p:nvPr/>
      </p:nvGrpSpPr>
      <p:grpSpPr>
        <a:xfrm>
          <a:off x="0" y="0"/>
          <a:ext cx="0" cy="0"/>
          <a:chOff x="0" y="0"/>
          <a:chExt cx="0" cy="0"/>
        </a:xfrm>
      </p:grpSpPr>
      <p:cxnSp>
        <p:nvCxnSpPr>
          <p:cNvPr id="22" name="Google Shape;22;p4"/>
          <p:cNvCxnSpPr/>
          <p:nvPr/>
        </p:nvCxnSpPr>
        <p:spPr>
          <a:xfrm>
            <a:off x="429200" y="1275577"/>
            <a:ext cx="614100" cy="0"/>
          </a:xfrm>
          <a:prstGeom prst="straightConnector1">
            <a:avLst/>
          </a:prstGeom>
          <a:noFill/>
          <a:ln cap="flat" cmpd="sng" w="19050">
            <a:solidFill>
              <a:schemeClr val="dk2"/>
            </a:solidFill>
            <a:prstDash val="lgDash"/>
            <a:round/>
            <a:headEnd len="sm" w="sm" type="none"/>
            <a:tailEnd len="sm" w="sm" type="none"/>
          </a:ln>
        </p:spPr>
      </p:cxnSp>
      <p:sp>
        <p:nvSpPr>
          <p:cNvPr id="23" name="Google Shape;23;p4"/>
          <p:cNvSpPr txBox="1"/>
          <p:nvPr>
            <p:ph type="title"/>
          </p:nvPr>
        </p:nvSpPr>
        <p:spPr>
          <a:xfrm>
            <a:off x="311700" y="372500"/>
            <a:ext cx="8520600" cy="733500"/>
          </a:xfrm>
          <a:prstGeom prst="rect">
            <a:avLst/>
          </a:prstGeom>
        </p:spPr>
        <p:txBody>
          <a:bodyPr anchorCtr="0" anchor="b"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4" name="Google Shape;24;p4"/>
          <p:cNvSpPr txBox="1"/>
          <p:nvPr>
            <p:ph idx="1" type="body"/>
          </p:nvPr>
        </p:nvSpPr>
        <p:spPr>
          <a:xfrm>
            <a:off x="311700" y="1468825"/>
            <a:ext cx="8520600" cy="30999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5" name="Google Shape;25;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26" name="Google Shape;26;p4"/>
          <p:cNvSpPr txBox="1"/>
          <p:nvPr/>
        </p:nvSpPr>
        <p:spPr>
          <a:xfrm>
            <a:off x="311700" y="4669825"/>
            <a:ext cx="8282400" cy="3804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900">
                <a:solidFill>
                  <a:schemeClr val="dk2"/>
                </a:solidFill>
                <a:latin typeface="Source Code Pro"/>
                <a:ea typeface="Source Code Pro"/>
                <a:cs typeface="Source Code Pro"/>
                <a:sym typeface="Source Code Pro"/>
              </a:rPr>
              <a:t>The Complete Prompt Engineering for AI Bootcamp</a:t>
            </a:r>
            <a:endParaRPr sz="900">
              <a:solidFill>
                <a:schemeClr val="dk2"/>
              </a:solidFill>
              <a:latin typeface="Source Code Pro"/>
              <a:ea typeface="Source Code Pro"/>
              <a:cs typeface="Source Code Pro"/>
              <a:sym typeface="Source Code Pro"/>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7" name="Shape 27"/>
        <p:cNvGrpSpPr/>
        <p:nvPr/>
      </p:nvGrpSpPr>
      <p:grpSpPr>
        <a:xfrm>
          <a:off x="0" y="0"/>
          <a:ext cx="0" cy="0"/>
          <a:chOff x="0" y="0"/>
          <a:chExt cx="0" cy="0"/>
        </a:xfrm>
      </p:grpSpPr>
      <p:cxnSp>
        <p:nvCxnSpPr>
          <p:cNvPr id="28" name="Google Shape;28;p5"/>
          <p:cNvCxnSpPr/>
          <p:nvPr/>
        </p:nvCxnSpPr>
        <p:spPr>
          <a:xfrm>
            <a:off x="429200" y="1275577"/>
            <a:ext cx="614100" cy="0"/>
          </a:xfrm>
          <a:prstGeom prst="straightConnector1">
            <a:avLst/>
          </a:prstGeom>
          <a:noFill/>
          <a:ln cap="flat" cmpd="sng" w="19050">
            <a:solidFill>
              <a:schemeClr val="dk2"/>
            </a:solidFill>
            <a:prstDash val="lgDash"/>
            <a:round/>
            <a:headEnd len="sm" w="sm" type="none"/>
            <a:tailEnd len="sm" w="sm" type="none"/>
          </a:ln>
        </p:spPr>
      </p:cxnSp>
      <p:sp>
        <p:nvSpPr>
          <p:cNvPr id="29" name="Google Shape;29;p5"/>
          <p:cNvSpPr txBox="1"/>
          <p:nvPr>
            <p:ph type="title"/>
          </p:nvPr>
        </p:nvSpPr>
        <p:spPr>
          <a:xfrm>
            <a:off x="311700" y="372500"/>
            <a:ext cx="8520600" cy="733500"/>
          </a:xfrm>
          <a:prstGeom prst="rect">
            <a:avLst/>
          </a:prstGeom>
        </p:spPr>
        <p:txBody>
          <a:bodyPr anchorCtr="0" anchor="b"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0" name="Google Shape;30;p5"/>
          <p:cNvSpPr txBox="1"/>
          <p:nvPr>
            <p:ph idx="1" type="body"/>
          </p:nvPr>
        </p:nvSpPr>
        <p:spPr>
          <a:xfrm>
            <a:off x="311700" y="1468825"/>
            <a:ext cx="3999900" cy="30999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5"/>
          <p:cNvSpPr txBox="1"/>
          <p:nvPr>
            <p:ph idx="2" type="body"/>
          </p:nvPr>
        </p:nvSpPr>
        <p:spPr>
          <a:xfrm>
            <a:off x="4832400" y="1468825"/>
            <a:ext cx="3999900" cy="30999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2" name="Google Shape;32;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33" name="Google Shape;33;p5"/>
          <p:cNvSpPr txBox="1"/>
          <p:nvPr/>
        </p:nvSpPr>
        <p:spPr>
          <a:xfrm>
            <a:off x="311700" y="4669825"/>
            <a:ext cx="8282400" cy="3804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900">
                <a:solidFill>
                  <a:schemeClr val="dk2"/>
                </a:solidFill>
                <a:latin typeface="Source Code Pro"/>
                <a:ea typeface="Source Code Pro"/>
                <a:cs typeface="Source Code Pro"/>
                <a:sym typeface="Source Code Pro"/>
              </a:rPr>
              <a:t>The Complete Prompt Engineering for AI Bootcamp</a:t>
            </a:r>
            <a:endParaRPr sz="900">
              <a:solidFill>
                <a:schemeClr val="dk2"/>
              </a:solidFill>
              <a:latin typeface="Source Code Pro"/>
              <a:ea typeface="Source Code Pro"/>
              <a:cs typeface="Source Code Pro"/>
              <a:sym typeface="Source Code Pro"/>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4" name="Shape 34"/>
        <p:cNvGrpSpPr/>
        <p:nvPr/>
      </p:nvGrpSpPr>
      <p:grpSpPr>
        <a:xfrm>
          <a:off x="0" y="0"/>
          <a:ext cx="0" cy="0"/>
          <a:chOff x="0" y="0"/>
          <a:chExt cx="0" cy="0"/>
        </a:xfrm>
      </p:grpSpPr>
      <p:sp>
        <p:nvSpPr>
          <p:cNvPr id="35" name="Google Shape;35;p6"/>
          <p:cNvSpPr txBox="1"/>
          <p:nvPr>
            <p:ph type="title"/>
          </p:nvPr>
        </p:nvSpPr>
        <p:spPr>
          <a:xfrm>
            <a:off x="311700" y="372500"/>
            <a:ext cx="8520600" cy="733500"/>
          </a:xfrm>
          <a:prstGeom prst="rect">
            <a:avLst/>
          </a:prstGeom>
        </p:spPr>
        <p:txBody>
          <a:bodyPr anchorCtr="0" anchor="b"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6" name="Google Shape;36;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37" name="Google Shape;37;p6"/>
          <p:cNvSpPr txBox="1"/>
          <p:nvPr/>
        </p:nvSpPr>
        <p:spPr>
          <a:xfrm>
            <a:off x="311700" y="4669825"/>
            <a:ext cx="8282400" cy="3804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900">
                <a:solidFill>
                  <a:schemeClr val="dk2"/>
                </a:solidFill>
                <a:latin typeface="Source Code Pro"/>
                <a:ea typeface="Source Code Pro"/>
                <a:cs typeface="Source Code Pro"/>
                <a:sym typeface="Source Code Pro"/>
              </a:rPr>
              <a:t>The Complete Prompt Engineering for AI Bootcamp</a:t>
            </a:r>
            <a:endParaRPr sz="900">
              <a:solidFill>
                <a:schemeClr val="dk2"/>
              </a:solidFill>
              <a:latin typeface="Source Code Pro"/>
              <a:ea typeface="Source Code Pro"/>
              <a:cs typeface="Source Code Pro"/>
              <a:sym typeface="Source Code Pro"/>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8" name="Shape 38"/>
        <p:cNvGrpSpPr/>
        <p:nvPr/>
      </p:nvGrpSpPr>
      <p:grpSpPr>
        <a:xfrm>
          <a:off x="0" y="0"/>
          <a:ext cx="0" cy="0"/>
          <a:chOff x="0" y="0"/>
          <a:chExt cx="0" cy="0"/>
        </a:xfrm>
      </p:grpSpPr>
      <p:cxnSp>
        <p:nvCxnSpPr>
          <p:cNvPr id="39" name="Google Shape;39;p7"/>
          <p:cNvCxnSpPr/>
          <p:nvPr/>
        </p:nvCxnSpPr>
        <p:spPr>
          <a:xfrm>
            <a:off x="418675" y="1457787"/>
            <a:ext cx="614100" cy="0"/>
          </a:xfrm>
          <a:prstGeom prst="straightConnector1">
            <a:avLst/>
          </a:prstGeom>
          <a:noFill/>
          <a:ln cap="flat" cmpd="sng" w="19050">
            <a:solidFill>
              <a:schemeClr val="dk2"/>
            </a:solidFill>
            <a:prstDash val="lgDash"/>
            <a:round/>
            <a:headEnd len="sm" w="sm" type="none"/>
            <a:tailEnd len="sm" w="sm" type="none"/>
          </a:ln>
        </p:spPr>
      </p:cxnSp>
      <p:sp>
        <p:nvSpPr>
          <p:cNvPr id="40" name="Google Shape;40;p7"/>
          <p:cNvSpPr txBox="1"/>
          <p:nvPr>
            <p:ph type="title"/>
          </p:nvPr>
        </p:nvSpPr>
        <p:spPr>
          <a:xfrm>
            <a:off x="311700" y="6318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1" name="Google Shape;41;p7"/>
          <p:cNvSpPr txBox="1"/>
          <p:nvPr>
            <p:ph idx="1" type="body"/>
          </p:nvPr>
        </p:nvSpPr>
        <p:spPr>
          <a:xfrm>
            <a:off x="311700" y="1618204"/>
            <a:ext cx="2808000" cy="29508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42" name="Google Shape;42;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43" name="Google Shape;43;p7"/>
          <p:cNvSpPr txBox="1"/>
          <p:nvPr/>
        </p:nvSpPr>
        <p:spPr>
          <a:xfrm>
            <a:off x="311700" y="4669825"/>
            <a:ext cx="8282400" cy="3804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900">
                <a:solidFill>
                  <a:schemeClr val="dk2"/>
                </a:solidFill>
                <a:latin typeface="Source Code Pro"/>
                <a:ea typeface="Source Code Pro"/>
                <a:cs typeface="Source Code Pro"/>
                <a:sym typeface="Source Code Pro"/>
              </a:rPr>
              <a:t>The Complete Prompt Engineering for AI Bootcamp</a:t>
            </a:r>
            <a:endParaRPr sz="900">
              <a:solidFill>
                <a:schemeClr val="dk2"/>
              </a:solidFill>
              <a:latin typeface="Source Code Pro"/>
              <a:ea typeface="Source Code Pro"/>
              <a:cs typeface="Source Code Pro"/>
              <a:sym typeface="Source Code Pro"/>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lt2"/>
        </a:solidFill>
      </p:bgPr>
    </p:bg>
    <p:spTree>
      <p:nvGrpSpPr>
        <p:cNvPr id="44" name="Shape 44"/>
        <p:cNvGrpSpPr/>
        <p:nvPr/>
      </p:nvGrpSpPr>
      <p:grpSpPr>
        <a:xfrm>
          <a:off x="0" y="0"/>
          <a:ext cx="0" cy="0"/>
          <a:chOff x="0" y="0"/>
          <a:chExt cx="0" cy="0"/>
        </a:xfrm>
      </p:grpSpPr>
      <p:sp>
        <p:nvSpPr>
          <p:cNvPr id="45" name="Google Shape;45;p8"/>
          <p:cNvSpPr txBox="1"/>
          <p:nvPr>
            <p:ph type="title"/>
          </p:nvPr>
        </p:nvSpPr>
        <p:spPr>
          <a:xfrm>
            <a:off x="490250" y="528900"/>
            <a:ext cx="5678100" cy="40857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5400"/>
              <a:buNone/>
              <a:defRPr sz="5400">
                <a:solidFill>
                  <a:schemeClr val="lt1"/>
                </a:solidFill>
              </a:defRPr>
            </a:lvl1pPr>
            <a:lvl2pPr lvl="1">
              <a:spcBef>
                <a:spcPts val="0"/>
              </a:spcBef>
              <a:spcAft>
                <a:spcPts val="0"/>
              </a:spcAft>
              <a:buClr>
                <a:schemeClr val="lt1"/>
              </a:buClr>
              <a:buSzPts val="5400"/>
              <a:buNone/>
              <a:defRPr sz="5400">
                <a:solidFill>
                  <a:schemeClr val="lt1"/>
                </a:solidFill>
              </a:defRPr>
            </a:lvl2pPr>
            <a:lvl3pPr lvl="2">
              <a:spcBef>
                <a:spcPts val="0"/>
              </a:spcBef>
              <a:spcAft>
                <a:spcPts val="0"/>
              </a:spcAft>
              <a:buClr>
                <a:schemeClr val="lt1"/>
              </a:buClr>
              <a:buSzPts val="5400"/>
              <a:buNone/>
              <a:defRPr sz="5400">
                <a:solidFill>
                  <a:schemeClr val="lt1"/>
                </a:solidFill>
              </a:defRPr>
            </a:lvl3pPr>
            <a:lvl4pPr lvl="3">
              <a:spcBef>
                <a:spcPts val="0"/>
              </a:spcBef>
              <a:spcAft>
                <a:spcPts val="0"/>
              </a:spcAft>
              <a:buClr>
                <a:schemeClr val="lt1"/>
              </a:buClr>
              <a:buSzPts val="5400"/>
              <a:buNone/>
              <a:defRPr sz="5400">
                <a:solidFill>
                  <a:schemeClr val="lt1"/>
                </a:solidFill>
              </a:defRPr>
            </a:lvl4pPr>
            <a:lvl5pPr lvl="4">
              <a:spcBef>
                <a:spcPts val="0"/>
              </a:spcBef>
              <a:spcAft>
                <a:spcPts val="0"/>
              </a:spcAft>
              <a:buClr>
                <a:schemeClr val="lt1"/>
              </a:buClr>
              <a:buSzPts val="5400"/>
              <a:buNone/>
              <a:defRPr sz="5400">
                <a:solidFill>
                  <a:schemeClr val="lt1"/>
                </a:solidFill>
              </a:defRPr>
            </a:lvl5pPr>
            <a:lvl6pPr lvl="5">
              <a:spcBef>
                <a:spcPts val="0"/>
              </a:spcBef>
              <a:spcAft>
                <a:spcPts val="0"/>
              </a:spcAft>
              <a:buClr>
                <a:schemeClr val="lt1"/>
              </a:buClr>
              <a:buSzPts val="5400"/>
              <a:buNone/>
              <a:defRPr sz="5400">
                <a:solidFill>
                  <a:schemeClr val="lt1"/>
                </a:solidFill>
              </a:defRPr>
            </a:lvl6pPr>
            <a:lvl7pPr lvl="6">
              <a:spcBef>
                <a:spcPts val="0"/>
              </a:spcBef>
              <a:spcAft>
                <a:spcPts val="0"/>
              </a:spcAft>
              <a:buClr>
                <a:schemeClr val="lt1"/>
              </a:buClr>
              <a:buSzPts val="5400"/>
              <a:buNone/>
              <a:defRPr sz="5400">
                <a:solidFill>
                  <a:schemeClr val="lt1"/>
                </a:solidFill>
              </a:defRPr>
            </a:lvl7pPr>
            <a:lvl8pPr lvl="7">
              <a:spcBef>
                <a:spcPts val="0"/>
              </a:spcBef>
              <a:spcAft>
                <a:spcPts val="0"/>
              </a:spcAft>
              <a:buClr>
                <a:schemeClr val="lt1"/>
              </a:buClr>
              <a:buSzPts val="5400"/>
              <a:buNone/>
              <a:defRPr sz="5400">
                <a:solidFill>
                  <a:schemeClr val="lt1"/>
                </a:solidFill>
              </a:defRPr>
            </a:lvl8pPr>
            <a:lvl9pPr lvl="8">
              <a:spcBef>
                <a:spcPts val="0"/>
              </a:spcBef>
              <a:spcAft>
                <a:spcPts val="0"/>
              </a:spcAft>
              <a:buClr>
                <a:schemeClr val="lt1"/>
              </a:buClr>
              <a:buSzPts val="5400"/>
              <a:buNone/>
              <a:defRPr sz="5400">
                <a:solidFill>
                  <a:schemeClr val="lt1"/>
                </a:solidFill>
              </a:defRPr>
            </a:lvl9pPr>
          </a:lstStyle>
          <a:p/>
        </p:txBody>
      </p:sp>
      <p:sp>
        <p:nvSpPr>
          <p:cNvPr id="46" name="Google Shape;46;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
        <p:nvSpPr>
          <p:cNvPr id="47" name="Google Shape;47;p8"/>
          <p:cNvSpPr txBox="1"/>
          <p:nvPr/>
        </p:nvSpPr>
        <p:spPr>
          <a:xfrm>
            <a:off x="311700" y="4669825"/>
            <a:ext cx="8282400" cy="3804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900">
                <a:solidFill>
                  <a:schemeClr val="lt1"/>
                </a:solidFill>
                <a:latin typeface="Source Code Pro"/>
                <a:ea typeface="Source Code Pro"/>
                <a:cs typeface="Source Code Pro"/>
                <a:sym typeface="Source Code Pro"/>
              </a:rPr>
              <a:t>The Complete Prompt Engineering for AI Bootcamp</a:t>
            </a:r>
            <a:endParaRPr sz="900">
              <a:solidFill>
                <a:schemeClr val="lt1"/>
              </a:solidFill>
              <a:latin typeface="Source Code Pro"/>
              <a:ea typeface="Source Code Pro"/>
              <a:cs typeface="Source Code Pro"/>
              <a:sym typeface="Source Code Pro"/>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bg>
      <p:bgPr>
        <a:solidFill>
          <a:schemeClr val="dk1"/>
        </a:solidFill>
      </p:bgPr>
    </p:bg>
    <p:spTree>
      <p:nvGrpSpPr>
        <p:cNvPr id="48" name="Shape 48"/>
        <p:cNvGrpSpPr/>
        <p:nvPr/>
      </p:nvGrpSpPr>
      <p:grpSpPr>
        <a:xfrm>
          <a:off x="0" y="0"/>
          <a:ext cx="0" cy="0"/>
          <a:chOff x="0" y="0"/>
          <a:chExt cx="0" cy="0"/>
        </a:xfrm>
      </p:grpSpPr>
      <p:sp>
        <p:nvSpPr>
          <p:cNvPr id="49" name="Google Shape;49;p9"/>
          <p:cNvSpPr/>
          <p:nvPr/>
        </p:nvSpPr>
        <p:spPr>
          <a:xfrm>
            <a:off x="4572000" y="175"/>
            <a:ext cx="45720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0" name="Google Shape;50;p9"/>
          <p:cNvCxnSpPr/>
          <p:nvPr/>
        </p:nvCxnSpPr>
        <p:spPr>
          <a:xfrm>
            <a:off x="5029675" y="4495500"/>
            <a:ext cx="577200" cy="0"/>
          </a:xfrm>
          <a:prstGeom prst="straightConnector1">
            <a:avLst/>
          </a:prstGeom>
          <a:noFill/>
          <a:ln cap="flat" cmpd="sng" w="19050">
            <a:solidFill>
              <a:schemeClr val="dk1"/>
            </a:solidFill>
            <a:prstDash val="lgDash"/>
            <a:round/>
            <a:headEnd len="sm" w="sm" type="none"/>
            <a:tailEnd len="sm" w="sm" type="none"/>
          </a:ln>
        </p:spPr>
      </p:cxnSp>
      <p:sp>
        <p:nvSpPr>
          <p:cNvPr id="51" name="Google Shape;51;p9"/>
          <p:cNvSpPr txBox="1"/>
          <p:nvPr>
            <p:ph type="title"/>
          </p:nvPr>
        </p:nvSpPr>
        <p:spPr>
          <a:xfrm>
            <a:off x="265500" y="1078750"/>
            <a:ext cx="4045200" cy="1789200"/>
          </a:xfrm>
          <a:prstGeom prst="rect">
            <a:avLst/>
          </a:prstGeom>
        </p:spPr>
        <p:txBody>
          <a:bodyPr anchorCtr="0" anchor="b" bIns="91425" lIns="91425" spcFirstLastPara="1" rIns="91425" wrap="square" tIns="91425">
            <a:normAutofit/>
          </a:bodyPr>
          <a:lstStyle>
            <a:lvl1pPr lvl="0" algn="ctr">
              <a:spcBef>
                <a:spcPts val="0"/>
              </a:spcBef>
              <a:spcAft>
                <a:spcPts val="0"/>
              </a:spcAft>
              <a:buClr>
                <a:schemeClr val="lt1"/>
              </a:buClr>
              <a:buSzPts val="4600"/>
              <a:buNone/>
              <a:defRPr sz="4600">
                <a:solidFill>
                  <a:schemeClr val="lt1"/>
                </a:solidFill>
              </a:defRPr>
            </a:lvl1pPr>
            <a:lvl2pPr lvl="1" algn="ctr">
              <a:spcBef>
                <a:spcPts val="0"/>
              </a:spcBef>
              <a:spcAft>
                <a:spcPts val="0"/>
              </a:spcAft>
              <a:buClr>
                <a:schemeClr val="lt1"/>
              </a:buClr>
              <a:buSzPts val="4600"/>
              <a:buNone/>
              <a:defRPr sz="4600">
                <a:solidFill>
                  <a:schemeClr val="lt1"/>
                </a:solidFill>
              </a:defRPr>
            </a:lvl2pPr>
            <a:lvl3pPr lvl="2" algn="ctr">
              <a:spcBef>
                <a:spcPts val="0"/>
              </a:spcBef>
              <a:spcAft>
                <a:spcPts val="0"/>
              </a:spcAft>
              <a:buClr>
                <a:schemeClr val="lt1"/>
              </a:buClr>
              <a:buSzPts val="4600"/>
              <a:buNone/>
              <a:defRPr sz="4600">
                <a:solidFill>
                  <a:schemeClr val="lt1"/>
                </a:solidFill>
              </a:defRPr>
            </a:lvl3pPr>
            <a:lvl4pPr lvl="3" algn="ctr">
              <a:spcBef>
                <a:spcPts val="0"/>
              </a:spcBef>
              <a:spcAft>
                <a:spcPts val="0"/>
              </a:spcAft>
              <a:buClr>
                <a:schemeClr val="lt1"/>
              </a:buClr>
              <a:buSzPts val="4600"/>
              <a:buNone/>
              <a:defRPr sz="4600">
                <a:solidFill>
                  <a:schemeClr val="lt1"/>
                </a:solidFill>
              </a:defRPr>
            </a:lvl4pPr>
            <a:lvl5pPr lvl="4" algn="ctr">
              <a:spcBef>
                <a:spcPts val="0"/>
              </a:spcBef>
              <a:spcAft>
                <a:spcPts val="0"/>
              </a:spcAft>
              <a:buClr>
                <a:schemeClr val="lt1"/>
              </a:buClr>
              <a:buSzPts val="4600"/>
              <a:buNone/>
              <a:defRPr sz="4600">
                <a:solidFill>
                  <a:schemeClr val="lt1"/>
                </a:solidFill>
              </a:defRPr>
            </a:lvl5pPr>
            <a:lvl6pPr lvl="5" algn="ctr">
              <a:spcBef>
                <a:spcPts val="0"/>
              </a:spcBef>
              <a:spcAft>
                <a:spcPts val="0"/>
              </a:spcAft>
              <a:buClr>
                <a:schemeClr val="lt1"/>
              </a:buClr>
              <a:buSzPts val="4600"/>
              <a:buNone/>
              <a:defRPr sz="4600">
                <a:solidFill>
                  <a:schemeClr val="lt1"/>
                </a:solidFill>
              </a:defRPr>
            </a:lvl6pPr>
            <a:lvl7pPr lvl="6" algn="ctr">
              <a:spcBef>
                <a:spcPts val="0"/>
              </a:spcBef>
              <a:spcAft>
                <a:spcPts val="0"/>
              </a:spcAft>
              <a:buClr>
                <a:schemeClr val="lt1"/>
              </a:buClr>
              <a:buSzPts val="4600"/>
              <a:buNone/>
              <a:defRPr sz="4600">
                <a:solidFill>
                  <a:schemeClr val="lt1"/>
                </a:solidFill>
              </a:defRPr>
            </a:lvl7pPr>
            <a:lvl8pPr lvl="7" algn="ctr">
              <a:spcBef>
                <a:spcPts val="0"/>
              </a:spcBef>
              <a:spcAft>
                <a:spcPts val="0"/>
              </a:spcAft>
              <a:buClr>
                <a:schemeClr val="lt1"/>
              </a:buClr>
              <a:buSzPts val="4600"/>
              <a:buNone/>
              <a:defRPr sz="4600">
                <a:solidFill>
                  <a:schemeClr val="lt1"/>
                </a:solidFill>
              </a:defRPr>
            </a:lvl8pPr>
            <a:lvl9pPr lvl="8" algn="ctr">
              <a:spcBef>
                <a:spcPts val="0"/>
              </a:spcBef>
              <a:spcAft>
                <a:spcPts val="0"/>
              </a:spcAft>
              <a:buClr>
                <a:schemeClr val="lt1"/>
              </a:buClr>
              <a:buSzPts val="4600"/>
              <a:buNone/>
              <a:defRPr sz="4600">
                <a:solidFill>
                  <a:schemeClr val="lt1"/>
                </a:solidFill>
              </a:defRPr>
            </a:lvl9pPr>
          </a:lstStyle>
          <a:p/>
        </p:txBody>
      </p:sp>
      <p:sp>
        <p:nvSpPr>
          <p:cNvPr id="52" name="Google Shape;52;p9"/>
          <p:cNvSpPr txBox="1"/>
          <p:nvPr>
            <p:ph idx="1" type="subTitle"/>
          </p:nvPr>
        </p:nvSpPr>
        <p:spPr>
          <a:xfrm>
            <a:off x="265500" y="2921401"/>
            <a:ext cx="4045200" cy="13455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Clr>
                <a:schemeClr val="lt1"/>
              </a:buClr>
              <a:buSzPts val="1900"/>
              <a:buNone/>
              <a:defRPr sz="1900">
                <a:solidFill>
                  <a:schemeClr val="lt1"/>
                </a:solidFill>
              </a:defRPr>
            </a:lvl1pPr>
            <a:lvl2pPr lvl="1" algn="ctr">
              <a:lnSpc>
                <a:spcPct val="100000"/>
              </a:lnSpc>
              <a:spcBef>
                <a:spcPts val="0"/>
              </a:spcBef>
              <a:spcAft>
                <a:spcPts val="0"/>
              </a:spcAft>
              <a:buClr>
                <a:schemeClr val="lt1"/>
              </a:buClr>
              <a:buSzPts val="1900"/>
              <a:buNone/>
              <a:defRPr sz="1900">
                <a:solidFill>
                  <a:schemeClr val="lt1"/>
                </a:solidFill>
              </a:defRPr>
            </a:lvl2pPr>
            <a:lvl3pPr lvl="2" algn="ctr">
              <a:lnSpc>
                <a:spcPct val="100000"/>
              </a:lnSpc>
              <a:spcBef>
                <a:spcPts val="0"/>
              </a:spcBef>
              <a:spcAft>
                <a:spcPts val="0"/>
              </a:spcAft>
              <a:buClr>
                <a:schemeClr val="lt1"/>
              </a:buClr>
              <a:buSzPts val="1900"/>
              <a:buNone/>
              <a:defRPr sz="1900">
                <a:solidFill>
                  <a:schemeClr val="lt1"/>
                </a:solidFill>
              </a:defRPr>
            </a:lvl3pPr>
            <a:lvl4pPr lvl="3" algn="ctr">
              <a:lnSpc>
                <a:spcPct val="100000"/>
              </a:lnSpc>
              <a:spcBef>
                <a:spcPts val="0"/>
              </a:spcBef>
              <a:spcAft>
                <a:spcPts val="0"/>
              </a:spcAft>
              <a:buClr>
                <a:schemeClr val="lt1"/>
              </a:buClr>
              <a:buSzPts val="1900"/>
              <a:buNone/>
              <a:defRPr sz="1900">
                <a:solidFill>
                  <a:schemeClr val="lt1"/>
                </a:solidFill>
              </a:defRPr>
            </a:lvl4pPr>
            <a:lvl5pPr lvl="4" algn="ctr">
              <a:lnSpc>
                <a:spcPct val="100000"/>
              </a:lnSpc>
              <a:spcBef>
                <a:spcPts val="0"/>
              </a:spcBef>
              <a:spcAft>
                <a:spcPts val="0"/>
              </a:spcAft>
              <a:buClr>
                <a:schemeClr val="lt1"/>
              </a:buClr>
              <a:buSzPts val="1900"/>
              <a:buNone/>
              <a:defRPr sz="1900">
                <a:solidFill>
                  <a:schemeClr val="lt1"/>
                </a:solidFill>
              </a:defRPr>
            </a:lvl5pPr>
            <a:lvl6pPr lvl="5" algn="ctr">
              <a:lnSpc>
                <a:spcPct val="100000"/>
              </a:lnSpc>
              <a:spcBef>
                <a:spcPts val="0"/>
              </a:spcBef>
              <a:spcAft>
                <a:spcPts val="0"/>
              </a:spcAft>
              <a:buClr>
                <a:schemeClr val="lt1"/>
              </a:buClr>
              <a:buSzPts val="1900"/>
              <a:buNone/>
              <a:defRPr sz="1900">
                <a:solidFill>
                  <a:schemeClr val="lt1"/>
                </a:solidFill>
              </a:defRPr>
            </a:lvl6pPr>
            <a:lvl7pPr lvl="6" algn="ctr">
              <a:lnSpc>
                <a:spcPct val="100000"/>
              </a:lnSpc>
              <a:spcBef>
                <a:spcPts val="0"/>
              </a:spcBef>
              <a:spcAft>
                <a:spcPts val="0"/>
              </a:spcAft>
              <a:buClr>
                <a:schemeClr val="lt1"/>
              </a:buClr>
              <a:buSzPts val="1900"/>
              <a:buNone/>
              <a:defRPr sz="1900">
                <a:solidFill>
                  <a:schemeClr val="lt1"/>
                </a:solidFill>
              </a:defRPr>
            </a:lvl7pPr>
            <a:lvl8pPr lvl="7" algn="ctr">
              <a:lnSpc>
                <a:spcPct val="100000"/>
              </a:lnSpc>
              <a:spcBef>
                <a:spcPts val="0"/>
              </a:spcBef>
              <a:spcAft>
                <a:spcPts val="0"/>
              </a:spcAft>
              <a:buClr>
                <a:schemeClr val="lt1"/>
              </a:buClr>
              <a:buSzPts val="1900"/>
              <a:buNone/>
              <a:defRPr sz="1900">
                <a:solidFill>
                  <a:schemeClr val="lt1"/>
                </a:solidFill>
              </a:defRPr>
            </a:lvl8pPr>
            <a:lvl9pPr lvl="8" algn="ctr">
              <a:lnSpc>
                <a:spcPct val="100000"/>
              </a:lnSpc>
              <a:spcBef>
                <a:spcPts val="0"/>
              </a:spcBef>
              <a:spcAft>
                <a:spcPts val="0"/>
              </a:spcAft>
              <a:buClr>
                <a:schemeClr val="lt1"/>
              </a:buClr>
              <a:buSzPts val="1900"/>
              <a:buNone/>
              <a:defRPr sz="1900">
                <a:solidFill>
                  <a:schemeClr val="lt1"/>
                </a:solidFill>
              </a:defRPr>
            </a:lvl9pPr>
          </a:lstStyle>
          <a:p/>
        </p:txBody>
      </p:sp>
      <p:sp>
        <p:nvSpPr>
          <p:cNvPr id="53" name="Google Shape;53;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54" name="Google Shape;54;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55" name="Google Shape;55;p9"/>
          <p:cNvSpPr txBox="1"/>
          <p:nvPr/>
        </p:nvSpPr>
        <p:spPr>
          <a:xfrm>
            <a:off x="311700" y="4669825"/>
            <a:ext cx="8282400" cy="3804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900">
                <a:solidFill>
                  <a:schemeClr val="dk2"/>
                </a:solidFill>
                <a:latin typeface="Source Code Pro"/>
                <a:ea typeface="Source Code Pro"/>
                <a:cs typeface="Source Code Pro"/>
                <a:sym typeface="Source Code Pro"/>
              </a:rPr>
              <a:t>The Complete Prompt Engineering for AI Bootcamp</a:t>
            </a:r>
            <a:endParaRPr sz="900">
              <a:solidFill>
                <a:schemeClr val="dk2"/>
              </a:solidFill>
              <a:latin typeface="Source Code Pro"/>
              <a:ea typeface="Source Code Pro"/>
              <a:cs typeface="Source Code Pro"/>
              <a:sym typeface="Source Code Pro"/>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6" name="Shape 56"/>
        <p:cNvGrpSpPr/>
        <p:nvPr/>
      </p:nvGrpSpPr>
      <p:grpSpPr>
        <a:xfrm>
          <a:off x="0" y="0"/>
          <a:ext cx="0" cy="0"/>
          <a:chOff x="0" y="0"/>
          <a:chExt cx="0" cy="0"/>
        </a:xfrm>
      </p:grpSpPr>
      <p:sp>
        <p:nvSpPr>
          <p:cNvPr id="57" name="Google Shape;57;p10"/>
          <p:cNvSpPr txBox="1"/>
          <p:nvPr>
            <p:ph idx="1" type="body"/>
          </p:nvPr>
        </p:nvSpPr>
        <p:spPr>
          <a:xfrm>
            <a:off x="311700" y="406472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2100"/>
              <a:buFont typeface="Oswald"/>
              <a:buNone/>
              <a:defRPr sz="2100">
                <a:latin typeface="Oswald"/>
                <a:ea typeface="Oswald"/>
                <a:cs typeface="Oswald"/>
                <a:sym typeface="Oswald"/>
              </a:defRPr>
            </a:lvl1pPr>
          </a:lstStyle>
          <a:p/>
        </p:txBody>
      </p:sp>
      <p:sp>
        <p:nvSpPr>
          <p:cNvPr id="58" name="Google Shape;58;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59" name="Google Shape;59;p10"/>
          <p:cNvSpPr txBox="1"/>
          <p:nvPr/>
        </p:nvSpPr>
        <p:spPr>
          <a:xfrm>
            <a:off x="311700" y="4669825"/>
            <a:ext cx="8282400" cy="3804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900">
                <a:solidFill>
                  <a:schemeClr val="dk2"/>
                </a:solidFill>
                <a:latin typeface="Source Code Pro"/>
                <a:ea typeface="Source Code Pro"/>
                <a:cs typeface="Source Code Pro"/>
                <a:sym typeface="Source Code Pro"/>
              </a:rPr>
              <a:t>The Complete Prompt Engineering for AI Bootcamp</a:t>
            </a:r>
            <a:endParaRPr sz="900">
              <a:solidFill>
                <a:schemeClr val="dk2"/>
              </a:solidFill>
              <a:latin typeface="Source Code Pro"/>
              <a:ea typeface="Source Code Pro"/>
              <a:cs typeface="Source Code Pro"/>
              <a:sym typeface="Source Code Pro"/>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60" name="Shape 60"/>
        <p:cNvGrpSpPr/>
        <p:nvPr/>
      </p:nvGrpSpPr>
      <p:grpSpPr>
        <a:xfrm>
          <a:off x="0" y="0"/>
          <a:ext cx="0" cy="0"/>
          <a:chOff x="0" y="0"/>
          <a:chExt cx="0" cy="0"/>
        </a:xfrm>
      </p:grpSpPr>
      <p:cxnSp>
        <p:nvCxnSpPr>
          <p:cNvPr id="61" name="Google Shape;61;p11"/>
          <p:cNvCxnSpPr/>
          <p:nvPr/>
        </p:nvCxnSpPr>
        <p:spPr>
          <a:xfrm>
            <a:off x="413275" y="2988275"/>
            <a:ext cx="910500" cy="0"/>
          </a:xfrm>
          <a:prstGeom prst="straightConnector1">
            <a:avLst/>
          </a:prstGeom>
          <a:noFill/>
          <a:ln cap="flat" cmpd="sng" w="28575">
            <a:solidFill>
              <a:schemeClr val="dk1"/>
            </a:solidFill>
            <a:prstDash val="lgDash"/>
            <a:round/>
            <a:headEnd len="sm" w="sm" type="none"/>
            <a:tailEnd len="sm" w="sm" type="none"/>
          </a:ln>
        </p:spPr>
      </p:cxnSp>
      <p:sp>
        <p:nvSpPr>
          <p:cNvPr id="62" name="Google Shape;62;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spcBef>
                <a:spcPts val="0"/>
              </a:spcBef>
              <a:spcAft>
                <a:spcPts val="0"/>
              </a:spcAft>
              <a:buSzPts val="12000"/>
              <a:buNone/>
              <a:defRPr sz="12000"/>
            </a:lvl1pPr>
            <a:lvl2pPr lvl="1">
              <a:spcBef>
                <a:spcPts val="0"/>
              </a:spcBef>
              <a:spcAft>
                <a:spcPts val="0"/>
              </a:spcAft>
              <a:buSzPts val="12000"/>
              <a:buNone/>
              <a:defRPr sz="12000"/>
            </a:lvl2pPr>
            <a:lvl3pPr lvl="2">
              <a:spcBef>
                <a:spcPts val="0"/>
              </a:spcBef>
              <a:spcAft>
                <a:spcPts val="0"/>
              </a:spcAft>
              <a:buSzPts val="12000"/>
              <a:buNone/>
              <a:defRPr sz="12000"/>
            </a:lvl3pPr>
            <a:lvl4pPr lvl="3">
              <a:spcBef>
                <a:spcPts val="0"/>
              </a:spcBef>
              <a:spcAft>
                <a:spcPts val="0"/>
              </a:spcAft>
              <a:buSzPts val="12000"/>
              <a:buNone/>
              <a:defRPr sz="12000"/>
            </a:lvl4pPr>
            <a:lvl5pPr lvl="4">
              <a:spcBef>
                <a:spcPts val="0"/>
              </a:spcBef>
              <a:spcAft>
                <a:spcPts val="0"/>
              </a:spcAft>
              <a:buSzPts val="12000"/>
              <a:buNone/>
              <a:defRPr sz="12000"/>
            </a:lvl5pPr>
            <a:lvl6pPr lvl="5">
              <a:spcBef>
                <a:spcPts val="0"/>
              </a:spcBef>
              <a:spcAft>
                <a:spcPts val="0"/>
              </a:spcAft>
              <a:buSzPts val="12000"/>
              <a:buNone/>
              <a:defRPr sz="12000"/>
            </a:lvl6pPr>
            <a:lvl7pPr lvl="6">
              <a:spcBef>
                <a:spcPts val="0"/>
              </a:spcBef>
              <a:spcAft>
                <a:spcPts val="0"/>
              </a:spcAft>
              <a:buSzPts val="12000"/>
              <a:buNone/>
              <a:defRPr sz="12000"/>
            </a:lvl7pPr>
            <a:lvl8pPr lvl="7">
              <a:spcBef>
                <a:spcPts val="0"/>
              </a:spcBef>
              <a:spcAft>
                <a:spcPts val="0"/>
              </a:spcAft>
              <a:buSzPts val="12000"/>
              <a:buNone/>
              <a:defRPr sz="12000"/>
            </a:lvl8pPr>
            <a:lvl9pPr lvl="8">
              <a:spcBef>
                <a:spcPts val="0"/>
              </a:spcBef>
              <a:spcAft>
                <a:spcPts val="0"/>
              </a:spcAft>
              <a:buSzPts val="12000"/>
              <a:buNone/>
              <a:defRPr sz="12000"/>
            </a:lvl9pPr>
          </a:lstStyle>
          <a:p>
            <a:r>
              <a:t>xx%</a:t>
            </a:r>
          </a:p>
        </p:txBody>
      </p:sp>
      <p:sp>
        <p:nvSpPr>
          <p:cNvPr id="63" name="Google Shape;63;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64" name="Google Shape;64;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65" name="Google Shape;65;p11"/>
          <p:cNvSpPr txBox="1"/>
          <p:nvPr/>
        </p:nvSpPr>
        <p:spPr>
          <a:xfrm>
            <a:off x="311700" y="4669825"/>
            <a:ext cx="8282400" cy="3804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900">
                <a:solidFill>
                  <a:schemeClr val="dk2"/>
                </a:solidFill>
                <a:latin typeface="Source Code Pro"/>
                <a:ea typeface="Source Code Pro"/>
                <a:cs typeface="Source Code Pro"/>
                <a:sym typeface="Source Code Pro"/>
              </a:rPr>
              <a:t>The Complete Prompt Engineering for AI Bootcamp</a:t>
            </a:r>
            <a:endParaRPr sz="900">
              <a:solidFill>
                <a:schemeClr val="dk2"/>
              </a:solidFill>
              <a:latin typeface="Source Code Pro"/>
              <a:ea typeface="Source Code Pro"/>
              <a:cs typeface="Source Code Pro"/>
              <a:sym typeface="Source Code Pro"/>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6" name="Shape 66"/>
        <p:cNvGrpSpPr/>
        <p:nvPr/>
      </p:nvGrpSpPr>
      <p:grpSpPr>
        <a:xfrm>
          <a:off x="0" y="0"/>
          <a:ext cx="0" cy="0"/>
          <a:chOff x="0" y="0"/>
          <a:chExt cx="0" cy="0"/>
        </a:xfrm>
      </p:grpSpPr>
      <p:sp>
        <p:nvSpPr>
          <p:cNvPr id="67" name="Google Shape;67;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68" name="Google Shape;68;p12"/>
          <p:cNvSpPr txBox="1"/>
          <p:nvPr/>
        </p:nvSpPr>
        <p:spPr>
          <a:xfrm>
            <a:off x="311700" y="4669825"/>
            <a:ext cx="8282400" cy="3804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900">
                <a:solidFill>
                  <a:schemeClr val="dk2"/>
                </a:solidFill>
                <a:latin typeface="Source Code Pro"/>
                <a:ea typeface="Source Code Pro"/>
                <a:cs typeface="Source Code Pro"/>
                <a:sym typeface="Source Code Pro"/>
              </a:rPr>
              <a:t>The Complete Prompt Engineering for AI Bootcamp</a:t>
            </a:r>
            <a:endParaRPr sz="900">
              <a:solidFill>
                <a:schemeClr val="dk2"/>
              </a:solidFill>
              <a:latin typeface="Source Code Pro"/>
              <a:ea typeface="Source Code Pro"/>
              <a:cs typeface="Source Code Pro"/>
              <a:sym typeface="Source Code Pro"/>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73" name="Shape 73"/>
        <p:cNvGrpSpPr/>
        <p:nvPr/>
      </p:nvGrpSpPr>
      <p:grpSpPr>
        <a:xfrm>
          <a:off x="0" y="0"/>
          <a:ext cx="0" cy="0"/>
          <a:chOff x="0" y="0"/>
          <a:chExt cx="0" cy="0"/>
        </a:xfrm>
      </p:grpSpPr>
      <p:sp>
        <p:nvSpPr>
          <p:cNvPr id="74" name="Google Shape;74;p14"/>
          <p:cNvSpPr/>
          <p:nvPr/>
        </p:nvSpPr>
        <p:spPr>
          <a:xfrm rot="10800000">
            <a:off x="4226100" y="2933550"/>
            <a:ext cx="691800" cy="388500"/>
          </a:xfrm>
          <a:prstGeom prst="triangle">
            <a:avLst>
              <a:gd fmla="val 50000" name="adj"/>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 name="Google Shape;75;p14"/>
          <p:cNvSpPr/>
          <p:nvPr/>
        </p:nvSpPr>
        <p:spPr>
          <a:xfrm>
            <a:off x="-25" y="0"/>
            <a:ext cx="9144000" cy="31242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 name="Google Shape;76;p14"/>
          <p:cNvSpPr txBox="1"/>
          <p:nvPr>
            <p:ph type="ctrTitle"/>
          </p:nvPr>
        </p:nvSpPr>
        <p:spPr>
          <a:xfrm>
            <a:off x="411175" y="644300"/>
            <a:ext cx="8282400" cy="21090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Clr>
                <a:schemeClr val="lt1"/>
              </a:buClr>
              <a:buSzPts val="6000"/>
              <a:buNone/>
              <a:defRPr sz="6000">
                <a:solidFill>
                  <a:schemeClr val="lt1"/>
                </a:solidFill>
              </a:defRPr>
            </a:lvl1pPr>
            <a:lvl2pPr lvl="1" algn="ctr">
              <a:lnSpc>
                <a:spcPct val="100000"/>
              </a:lnSpc>
              <a:spcBef>
                <a:spcPts val="0"/>
              </a:spcBef>
              <a:spcAft>
                <a:spcPts val="0"/>
              </a:spcAft>
              <a:buClr>
                <a:schemeClr val="lt1"/>
              </a:buClr>
              <a:buSzPts val="6000"/>
              <a:buNone/>
              <a:defRPr sz="6000">
                <a:solidFill>
                  <a:schemeClr val="lt1"/>
                </a:solidFill>
              </a:defRPr>
            </a:lvl2pPr>
            <a:lvl3pPr lvl="2" algn="ctr">
              <a:lnSpc>
                <a:spcPct val="100000"/>
              </a:lnSpc>
              <a:spcBef>
                <a:spcPts val="0"/>
              </a:spcBef>
              <a:spcAft>
                <a:spcPts val="0"/>
              </a:spcAft>
              <a:buClr>
                <a:schemeClr val="lt1"/>
              </a:buClr>
              <a:buSzPts val="6000"/>
              <a:buNone/>
              <a:defRPr sz="6000">
                <a:solidFill>
                  <a:schemeClr val="lt1"/>
                </a:solidFill>
              </a:defRPr>
            </a:lvl3pPr>
            <a:lvl4pPr lvl="3" algn="ctr">
              <a:lnSpc>
                <a:spcPct val="100000"/>
              </a:lnSpc>
              <a:spcBef>
                <a:spcPts val="0"/>
              </a:spcBef>
              <a:spcAft>
                <a:spcPts val="0"/>
              </a:spcAft>
              <a:buClr>
                <a:schemeClr val="lt1"/>
              </a:buClr>
              <a:buSzPts val="6000"/>
              <a:buNone/>
              <a:defRPr sz="6000">
                <a:solidFill>
                  <a:schemeClr val="lt1"/>
                </a:solidFill>
              </a:defRPr>
            </a:lvl4pPr>
            <a:lvl5pPr lvl="4" algn="ctr">
              <a:lnSpc>
                <a:spcPct val="100000"/>
              </a:lnSpc>
              <a:spcBef>
                <a:spcPts val="0"/>
              </a:spcBef>
              <a:spcAft>
                <a:spcPts val="0"/>
              </a:spcAft>
              <a:buClr>
                <a:schemeClr val="lt1"/>
              </a:buClr>
              <a:buSzPts val="6000"/>
              <a:buNone/>
              <a:defRPr sz="6000">
                <a:solidFill>
                  <a:schemeClr val="lt1"/>
                </a:solidFill>
              </a:defRPr>
            </a:lvl5pPr>
            <a:lvl6pPr lvl="5" algn="ctr">
              <a:lnSpc>
                <a:spcPct val="100000"/>
              </a:lnSpc>
              <a:spcBef>
                <a:spcPts val="0"/>
              </a:spcBef>
              <a:spcAft>
                <a:spcPts val="0"/>
              </a:spcAft>
              <a:buClr>
                <a:schemeClr val="lt1"/>
              </a:buClr>
              <a:buSzPts val="6000"/>
              <a:buNone/>
              <a:defRPr sz="6000">
                <a:solidFill>
                  <a:schemeClr val="lt1"/>
                </a:solidFill>
              </a:defRPr>
            </a:lvl6pPr>
            <a:lvl7pPr lvl="6" algn="ctr">
              <a:lnSpc>
                <a:spcPct val="100000"/>
              </a:lnSpc>
              <a:spcBef>
                <a:spcPts val="0"/>
              </a:spcBef>
              <a:spcAft>
                <a:spcPts val="0"/>
              </a:spcAft>
              <a:buClr>
                <a:schemeClr val="lt1"/>
              </a:buClr>
              <a:buSzPts val="6000"/>
              <a:buNone/>
              <a:defRPr sz="6000">
                <a:solidFill>
                  <a:schemeClr val="lt1"/>
                </a:solidFill>
              </a:defRPr>
            </a:lvl7pPr>
            <a:lvl8pPr lvl="7" algn="ctr">
              <a:lnSpc>
                <a:spcPct val="100000"/>
              </a:lnSpc>
              <a:spcBef>
                <a:spcPts val="0"/>
              </a:spcBef>
              <a:spcAft>
                <a:spcPts val="0"/>
              </a:spcAft>
              <a:buClr>
                <a:schemeClr val="lt1"/>
              </a:buClr>
              <a:buSzPts val="6000"/>
              <a:buNone/>
              <a:defRPr sz="6000">
                <a:solidFill>
                  <a:schemeClr val="lt1"/>
                </a:solidFill>
              </a:defRPr>
            </a:lvl8pPr>
            <a:lvl9pPr lvl="8" algn="ctr">
              <a:lnSpc>
                <a:spcPct val="100000"/>
              </a:lnSpc>
              <a:spcBef>
                <a:spcPts val="0"/>
              </a:spcBef>
              <a:spcAft>
                <a:spcPts val="0"/>
              </a:spcAft>
              <a:buClr>
                <a:schemeClr val="lt1"/>
              </a:buClr>
              <a:buSzPts val="6000"/>
              <a:buNone/>
              <a:defRPr sz="6000">
                <a:solidFill>
                  <a:schemeClr val="lt1"/>
                </a:solidFill>
              </a:defRPr>
            </a:lvl9pPr>
          </a:lstStyle>
          <a:p/>
        </p:txBody>
      </p:sp>
      <p:sp>
        <p:nvSpPr>
          <p:cNvPr id="77" name="Google Shape;77;p14"/>
          <p:cNvSpPr txBox="1"/>
          <p:nvPr>
            <p:ph idx="1" type="subTitle"/>
          </p:nvPr>
        </p:nvSpPr>
        <p:spPr>
          <a:xfrm>
            <a:off x="411175" y="3398250"/>
            <a:ext cx="8282400" cy="12606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Font typeface="Oswald"/>
              <a:buNone/>
              <a:defRPr sz="3600">
                <a:latin typeface="Oswald"/>
                <a:ea typeface="Oswald"/>
                <a:cs typeface="Oswald"/>
                <a:sym typeface="Oswald"/>
              </a:defRPr>
            </a:lvl1pPr>
            <a:lvl2pPr lvl="1" algn="ctr">
              <a:lnSpc>
                <a:spcPct val="100000"/>
              </a:lnSpc>
              <a:spcBef>
                <a:spcPts val="0"/>
              </a:spcBef>
              <a:spcAft>
                <a:spcPts val="0"/>
              </a:spcAft>
              <a:buSzPts val="3600"/>
              <a:buFont typeface="Oswald"/>
              <a:buNone/>
              <a:defRPr sz="3600">
                <a:latin typeface="Oswald"/>
                <a:ea typeface="Oswald"/>
                <a:cs typeface="Oswald"/>
                <a:sym typeface="Oswald"/>
              </a:defRPr>
            </a:lvl2pPr>
            <a:lvl3pPr lvl="2" algn="ctr">
              <a:lnSpc>
                <a:spcPct val="100000"/>
              </a:lnSpc>
              <a:spcBef>
                <a:spcPts val="0"/>
              </a:spcBef>
              <a:spcAft>
                <a:spcPts val="0"/>
              </a:spcAft>
              <a:buSzPts val="3600"/>
              <a:buFont typeface="Oswald"/>
              <a:buNone/>
              <a:defRPr sz="3600">
                <a:latin typeface="Oswald"/>
                <a:ea typeface="Oswald"/>
                <a:cs typeface="Oswald"/>
                <a:sym typeface="Oswald"/>
              </a:defRPr>
            </a:lvl3pPr>
            <a:lvl4pPr lvl="3" algn="ctr">
              <a:lnSpc>
                <a:spcPct val="100000"/>
              </a:lnSpc>
              <a:spcBef>
                <a:spcPts val="0"/>
              </a:spcBef>
              <a:spcAft>
                <a:spcPts val="0"/>
              </a:spcAft>
              <a:buSzPts val="3600"/>
              <a:buFont typeface="Oswald"/>
              <a:buNone/>
              <a:defRPr sz="3600">
                <a:latin typeface="Oswald"/>
                <a:ea typeface="Oswald"/>
                <a:cs typeface="Oswald"/>
                <a:sym typeface="Oswald"/>
              </a:defRPr>
            </a:lvl4pPr>
            <a:lvl5pPr lvl="4" algn="ctr">
              <a:lnSpc>
                <a:spcPct val="100000"/>
              </a:lnSpc>
              <a:spcBef>
                <a:spcPts val="0"/>
              </a:spcBef>
              <a:spcAft>
                <a:spcPts val="0"/>
              </a:spcAft>
              <a:buSzPts val="3600"/>
              <a:buFont typeface="Oswald"/>
              <a:buNone/>
              <a:defRPr sz="3600">
                <a:latin typeface="Oswald"/>
                <a:ea typeface="Oswald"/>
                <a:cs typeface="Oswald"/>
                <a:sym typeface="Oswald"/>
              </a:defRPr>
            </a:lvl5pPr>
            <a:lvl6pPr lvl="5" algn="ctr">
              <a:lnSpc>
                <a:spcPct val="100000"/>
              </a:lnSpc>
              <a:spcBef>
                <a:spcPts val="0"/>
              </a:spcBef>
              <a:spcAft>
                <a:spcPts val="0"/>
              </a:spcAft>
              <a:buSzPts val="3600"/>
              <a:buFont typeface="Oswald"/>
              <a:buNone/>
              <a:defRPr sz="3600">
                <a:latin typeface="Oswald"/>
                <a:ea typeface="Oswald"/>
                <a:cs typeface="Oswald"/>
                <a:sym typeface="Oswald"/>
              </a:defRPr>
            </a:lvl6pPr>
            <a:lvl7pPr lvl="6" algn="ctr">
              <a:lnSpc>
                <a:spcPct val="100000"/>
              </a:lnSpc>
              <a:spcBef>
                <a:spcPts val="0"/>
              </a:spcBef>
              <a:spcAft>
                <a:spcPts val="0"/>
              </a:spcAft>
              <a:buSzPts val="3600"/>
              <a:buFont typeface="Oswald"/>
              <a:buNone/>
              <a:defRPr sz="3600">
                <a:latin typeface="Oswald"/>
                <a:ea typeface="Oswald"/>
                <a:cs typeface="Oswald"/>
                <a:sym typeface="Oswald"/>
              </a:defRPr>
            </a:lvl7pPr>
            <a:lvl8pPr lvl="7" algn="ctr">
              <a:lnSpc>
                <a:spcPct val="100000"/>
              </a:lnSpc>
              <a:spcBef>
                <a:spcPts val="0"/>
              </a:spcBef>
              <a:spcAft>
                <a:spcPts val="0"/>
              </a:spcAft>
              <a:buSzPts val="3600"/>
              <a:buFont typeface="Oswald"/>
              <a:buNone/>
              <a:defRPr sz="3600">
                <a:latin typeface="Oswald"/>
                <a:ea typeface="Oswald"/>
                <a:cs typeface="Oswald"/>
                <a:sym typeface="Oswald"/>
              </a:defRPr>
            </a:lvl8pPr>
            <a:lvl9pPr lvl="8" algn="ctr">
              <a:lnSpc>
                <a:spcPct val="100000"/>
              </a:lnSpc>
              <a:spcBef>
                <a:spcPts val="0"/>
              </a:spcBef>
              <a:spcAft>
                <a:spcPts val="0"/>
              </a:spcAft>
              <a:buSzPts val="3600"/>
              <a:buFont typeface="Oswald"/>
              <a:buNone/>
              <a:defRPr sz="3600">
                <a:latin typeface="Oswald"/>
                <a:ea typeface="Oswald"/>
                <a:cs typeface="Oswald"/>
                <a:sym typeface="Oswald"/>
              </a:defRPr>
            </a:lvl9pPr>
          </a:lstStyle>
          <a:p/>
        </p:txBody>
      </p:sp>
      <p:sp>
        <p:nvSpPr>
          <p:cNvPr id="78" name="Google Shape;78;p1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9pPr>
          </a:lstStyle>
          <a:p>
            <a:pPr indent="0" lvl="0" marL="0" rtl="0" algn="r">
              <a:spcBef>
                <a:spcPts val="0"/>
              </a:spcBef>
              <a:spcAft>
                <a:spcPts val="0"/>
              </a:spcAft>
              <a:buNone/>
            </a:pPr>
            <a:fld id="{00000000-1234-1234-1234-123412341234}" type="slidenum">
              <a:rPr lang="en"/>
              <a:t>‹#›</a:t>
            </a:fld>
            <a:endParaRPr/>
          </a:p>
        </p:txBody>
      </p:sp>
      <p:sp>
        <p:nvSpPr>
          <p:cNvPr id="79" name="Google Shape;79;p14"/>
          <p:cNvSpPr txBox="1"/>
          <p:nvPr/>
        </p:nvSpPr>
        <p:spPr>
          <a:xfrm>
            <a:off x="411175" y="79900"/>
            <a:ext cx="8282400" cy="3804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100"/>
              <a:buFont typeface="Arial"/>
              <a:buNone/>
            </a:pPr>
            <a:r>
              <a:rPr b="0" i="0" lang="en" sz="1100" u="none" cap="none" strike="noStrike">
                <a:solidFill>
                  <a:schemeClr val="lt1"/>
                </a:solidFill>
                <a:latin typeface="Source Code Pro"/>
                <a:ea typeface="Source Code Pro"/>
                <a:cs typeface="Source Code Pro"/>
                <a:sym typeface="Source Code Pro"/>
              </a:rPr>
              <a:t>The Complete Prompt Engineering for AI Bootcamp</a:t>
            </a:r>
            <a:endParaRPr b="0" i="0" sz="1100" u="none" cap="none" strike="noStrike">
              <a:solidFill>
                <a:schemeClr val="lt1"/>
              </a:solidFill>
              <a:latin typeface="Source Code Pro"/>
              <a:ea typeface="Source Code Pro"/>
              <a:cs typeface="Source Code Pro"/>
              <a:sym typeface="Source Code Pro"/>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80" name="Shape 80"/>
        <p:cNvGrpSpPr/>
        <p:nvPr/>
      </p:nvGrpSpPr>
      <p:grpSpPr>
        <a:xfrm>
          <a:off x="0" y="0"/>
          <a:ext cx="0" cy="0"/>
          <a:chOff x="0" y="0"/>
          <a:chExt cx="0" cy="0"/>
        </a:xfrm>
      </p:grpSpPr>
      <p:cxnSp>
        <p:nvCxnSpPr>
          <p:cNvPr id="81" name="Google Shape;81;p15"/>
          <p:cNvCxnSpPr/>
          <p:nvPr/>
        </p:nvCxnSpPr>
        <p:spPr>
          <a:xfrm>
            <a:off x="429200" y="1275577"/>
            <a:ext cx="614100" cy="0"/>
          </a:xfrm>
          <a:prstGeom prst="straightConnector1">
            <a:avLst/>
          </a:prstGeom>
          <a:noFill/>
          <a:ln cap="flat" cmpd="sng" w="19050">
            <a:solidFill>
              <a:schemeClr val="dk2"/>
            </a:solidFill>
            <a:prstDash val="lgDash"/>
            <a:round/>
            <a:headEnd len="sm" w="sm" type="none"/>
            <a:tailEnd len="sm" w="sm" type="none"/>
          </a:ln>
        </p:spPr>
      </p:cxnSp>
      <p:sp>
        <p:nvSpPr>
          <p:cNvPr id="82" name="Google Shape;82;p15"/>
          <p:cNvSpPr txBox="1"/>
          <p:nvPr>
            <p:ph type="title"/>
          </p:nvPr>
        </p:nvSpPr>
        <p:spPr>
          <a:xfrm>
            <a:off x="311700" y="372500"/>
            <a:ext cx="8520600" cy="7335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83" name="Google Shape;83;p15"/>
          <p:cNvSpPr txBox="1"/>
          <p:nvPr>
            <p:ph idx="1" type="body"/>
          </p:nvPr>
        </p:nvSpPr>
        <p:spPr>
          <a:xfrm>
            <a:off x="311700" y="1468825"/>
            <a:ext cx="8520600" cy="30999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84" name="Google Shape;84;p1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9pPr>
          </a:lstStyle>
          <a:p>
            <a:pPr indent="0" lvl="0" marL="0" rtl="0" algn="r">
              <a:spcBef>
                <a:spcPts val="0"/>
              </a:spcBef>
              <a:spcAft>
                <a:spcPts val="0"/>
              </a:spcAft>
              <a:buNone/>
            </a:pPr>
            <a:fld id="{00000000-1234-1234-1234-123412341234}" type="slidenum">
              <a:rPr lang="en"/>
              <a:t>‹#›</a:t>
            </a:fld>
            <a:endParaRPr/>
          </a:p>
        </p:txBody>
      </p:sp>
      <p:sp>
        <p:nvSpPr>
          <p:cNvPr id="85" name="Google Shape;85;p15"/>
          <p:cNvSpPr txBox="1"/>
          <p:nvPr/>
        </p:nvSpPr>
        <p:spPr>
          <a:xfrm>
            <a:off x="311700" y="4669825"/>
            <a:ext cx="8282400" cy="3804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900"/>
              <a:buFont typeface="Arial"/>
              <a:buNone/>
            </a:pPr>
            <a:r>
              <a:rPr b="0" i="0" lang="en" sz="900" u="none" cap="none" strike="noStrike">
                <a:solidFill>
                  <a:schemeClr val="dk2"/>
                </a:solidFill>
                <a:latin typeface="Source Code Pro"/>
                <a:ea typeface="Source Code Pro"/>
                <a:cs typeface="Source Code Pro"/>
                <a:sym typeface="Source Code Pro"/>
              </a:rPr>
              <a:t>The Complete Prompt Engineering for AI Bootcamp</a:t>
            </a:r>
            <a:endParaRPr b="0" i="0" sz="900" u="none" cap="none" strike="noStrike">
              <a:solidFill>
                <a:schemeClr val="dk2"/>
              </a:solidFill>
              <a:latin typeface="Source Code Pro"/>
              <a:ea typeface="Source Code Pro"/>
              <a:cs typeface="Source Code Pro"/>
              <a:sym typeface="Source Code Pro"/>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86" name="Shape 86"/>
        <p:cNvGrpSpPr/>
        <p:nvPr/>
      </p:nvGrpSpPr>
      <p:grpSpPr>
        <a:xfrm>
          <a:off x="0" y="0"/>
          <a:ext cx="0" cy="0"/>
          <a:chOff x="0" y="0"/>
          <a:chExt cx="0" cy="0"/>
        </a:xfrm>
      </p:grpSpPr>
      <p:sp>
        <p:nvSpPr>
          <p:cNvPr id="87" name="Google Shape;87;p16"/>
          <p:cNvSpPr/>
          <p:nvPr/>
        </p:nvSpPr>
        <p:spPr>
          <a:xfrm>
            <a:off x="0" y="1567350"/>
            <a:ext cx="9144000" cy="20088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8" name="Google Shape;88;p16"/>
          <p:cNvSpPr txBox="1"/>
          <p:nvPr>
            <p:ph type="title"/>
          </p:nvPr>
        </p:nvSpPr>
        <p:spPr>
          <a:xfrm>
            <a:off x="430800" y="1889700"/>
            <a:ext cx="8282400" cy="15165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Clr>
                <a:schemeClr val="lt1"/>
              </a:buClr>
              <a:buSzPts val="3600"/>
              <a:buNone/>
              <a:defRPr sz="3600">
                <a:solidFill>
                  <a:schemeClr val="lt1"/>
                </a:solidFill>
              </a:defRPr>
            </a:lvl1pPr>
            <a:lvl2pPr lvl="1" algn="ctr">
              <a:lnSpc>
                <a:spcPct val="100000"/>
              </a:lnSpc>
              <a:spcBef>
                <a:spcPts val="0"/>
              </a:spcBef>
              <a:spcAft>
                <a:spcPts val="0"/>
              </a:spcAft>
              <a:buClr>
                <a:schemeClr val="lt1"/>
              </a:buClr>
              <a:buSzPts val="3600"/>
              <a:buNone/>
              <a:defRPr sz="3600">
                <a:solidFill>
                  <a:schemeClr val="lt1"/>
                </a:solidFill>
              </a:defRPr>
            </a:lvl2pPr>
            <a:lvl3pPr lvl="2" algn="ctr">
              <a:lnSpc>
                <a:spcPct val="100000"/>
              </a:lnSpc>
              <a:spcBef>
                <a:spcPts val="0"/>
              </a:spcBef>
              <a:spcAft>
                <a:spcPts val="0"/>
              </a:spcAft>
              <a:buClr>
                <a:schemeClr val="lt1"/>
              </a:buClr>
              <a:buSzPts val="3600"/>
              <a:buNone/>
              <a:defRPr sz="3600">
                <a:solidFill>
                  <a:schemeClr val="lt1"/>
                </a:solidFill>
              </a:defRPr>
            </a:lvl3pPr>
            <a:lvl4pPr lvl="3" algn="ctr">
              <a:lnSpc>
                <a:spcPct val="100000"/>
              </a:lnSpc>
              <a:spcBef>
                <a:spcPts val="0"/>
              </a:spcBef>
              <a:spcAft>
                <a:spcPts val="0"/>
              </a:spcAft>
              <a:buClr>
                <a:schemeClr val="lt1"/>
              </a:buClr>
              <a:buSzPts val="3600"/>
              <a:buNone/>
              <a:defRPr sz="3600">
                <a:solidFill>
                  <a:schemeClr val="lt1"/>
                </a:solidFill>
              </a:defRPr>
            </a:lvl4pPr>
            <a:lvl5pPr lvl="4" algn="ctr">
              <a:lnSpc>
                <a:spcPct val="100000"/>
              </a:lnSpc>
              <a:spcBef>
                <a:spcPts val="0"/>
              </a:spcBef>
              <a:spcAft>
                <a:spcPts val="0"/>
              </a:spcAft>
              <a:buClr>
                <a:schemeClr val="lt1"/>
              </a:buClr>
              <a:buSzPts val="3600"/>
              <a:buNone/>
              <a:defRPr sz="3600">
                <a:solidFill>
                  <a:schemeClr val="lt1"/>
                </a:solidFill>
              </a:defRPr>
            </a:lvl5pPr>
            <a:lvl6pPr lvl="5" algn="ctr">
              <a:lnSpc>
                <a:spcPct val="100000"/>
              </a:lnSpc>
              <a:spcBef>
                <a:spcPts val="0"/>
              </a:spcBef>
              <a:spcAft>
                <a:spcPts val="0"/>
              </a:spcAft>
              <a:buClr>
                <a:schemeClr val="lt1"/>
              </a:buClr>
              <a:buSzPts val="3600"/>
              <a:buNone/>
              <a:defRPr sz="3600">
                <a:solidFill>
                  <a:schemeClr val="lt1"/>
                </a:solidFill>
              </a:defRPr>
            </a:lvl6pPr>
            <a:lvl7pPr lvl="6" algn="ctr">
              <a:lnSpc>
                <a:spcPct val="100000"/>
              </a:lnSpc>
              <a:spcBef>
                <a:spcPts val="0"/>
              </a:spcBef>
              <a:spcAft>
                <a:spcPts val="0"/>
              </a:spcAft>
              <a:buClr>
                <a:schemeClr val="lt1"/>
              </a:buClr>
              <a:buSzPts val="3600"/>
              <a:buNone/>
              <a:defRPr sz="3600">
                <a:solidFill>
                  <a:schemeClr val="lt1"/>
                </a:solidFill>
              </a:defRPr>
            </a:lvl7pPr>
            <a:lvl8pPr lvl="7" algn="ctr">
              <a:lnSpc>
                <a:spcPct val="100000"/>
              </a:lnSpc>
              <a:spcBef>
                <a:spcPts val="0"/>
              </a:spcBef>
              <a:spcAft>
                <a:spcPts val="0"/>
              </a:spcAft>
              <a:buClr>
                <a:schemeClr val="lt1"/>
              </a:buClr>
              <a:buSzPts val="3600"/>
              <a:buNone/>
              <a:defRPr sz="3600">
                <a:solidFill>
                  <a:schemeClr val="lt1"/>
                </a:solidFill>
              </a:defRPr>
            </a:lvl8pPr>
            <a:lvl9pPr lvl="8" algn="ctr">
              <a:lnSpc>
                <a:spcPct val="100000"/>
              </a:lnSpc>
              <a:spcBef>
                <a:spcPts val="0"/>
              </a:spcBef>
              <a:spcAft>
                <a:spcPts val="0"/>
              </a:spcAft>
              <a:buClr>
                <a:schemeClr val="lt1"/>
              </a:buClr>
              <a:buSzPts val="3600"/>
              <a:buNone/>
              <a:defRPr sz="3600">
                <a:solidFill>
                  <a:schemeClr val="lt1"/>
                </a:solidFill>
              </a:defRPr>
            </a:lvl9pPr>
          </a:lstStyle>
          <a:p/>
        </p:txBody>
      </p:sp>
      <p:sp>
        <p:nvSpPr>
          <p:cNvPr id="89" name="Google Shape;89;p1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9pPr>
          </a:lstStyle>
          <a:p>
            <a:pPr indent="0" lvl="0" marL="0" rtl="0" algn="r">
              <a:spcBef>
                <a:spcPts val="0"/>
              </a:spcBef>
              <a:spcAft>
                <a:spcPts val="0"/>
              </a:spcAft>
              <a:buNone/>
            </a:pPr>
            <a:fld id="{00000000-1234-1234-1234-123412341234}" type="slidenum">
              <a:rPr lang="en"/>
              <a:t>‹#›</a:t>
            </a:fld>
            <a:endParaRPr/>
          </a:p>
        </p:txBody>
      </p:sp>
      <p:sp>
        <p:nvSpPr>
          <p:cNvPr id="90" name="Google Shape;90;p16"/>
          <p:cNvSpPr txBox="1"/>
          <p:nvPr/>
        </p:nvSpPr>
        <p:spPr>
          <a:xfrm>
            <a:off x="311700" y="4669825"/>
            <a:ext cx="8282400" cy="3804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900"/>
              <a:buFont typeface="Arial"/>
              <a:buNone/>
            </a:pPr>
            <a:r>
              <a:rPr b="0" i="0" lang="en" sz="900" u="none" cap="none" strike="noStrike">
                <a:solidFill>
                  <a:schemeClr val="dk2"/>
                </a:solidFill>
                <a:latin typeface="Source Code Pro"/>
                <a:ea typeface="Source Code Pro"/>
                <a:cs typeface="Source Code Pro"/>
                <a:sym typeface="Source Code Pro"/>
              </a:rPr>
              <a:t>The Complete Prompt Engineering for AI Bootcamp</a:t>
            </a:r>
            <a:endParaRPr b="0" i="0" sz="900" u="none" cap="none" strike="noStrike">
              <a:solidFill>
                <a:schemeClr val="dk2"/>
              </a:solidFill>
              <a:latin typeface="Source Code Pro"/>
              <a:ea typeface="Source Code Pro"/>
              <a:cs typeface="Source Code Pro"/>
              <a:sym typeface="Source Code Pro"/>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91" name="Shape 91"/>
        <p:cNvGrpSpPr/>
        <p:nvPr/>
      </p:nvGrpSpPr>
      <p:grpSpPr>
        <a:xfrm>
          <a:off x="0" y="0"/>
          <a:ext cx="0" cy="0"/>
          <a:chOff x="0" y="0"/>
          <a:chExt cx="0" cy="0"/>
        </a:xfrm>
      </p:grpSpPr>
      <p:cxnSp>
        <p:nvCxnSpPr>
          <p:cNvPr id="92" name="Google Shape;92;p17"/>
          <p:cNvCxnSpPr/>
          <p:nvPr/>
        </p:nvCxnSpPr>
        <p:spPr>
          <a:xfrm>
            <a:off x="429200" y="1275577"/>
            <a:ext cx="614100" cy="0"/>
          </a:xfrm>
          <a:prstGeom prst="straightConnector1">
            <a:avLst/>
          </a:prstGeom>
          <a:noFill/>
          <a:ln cap="flat" cmpd="sng" w="19050">
            <a:solidFill>
              <a:schemeClr val="dk2"/>
            </a:solidFill>
            <a:prstDash val="lgDash"/>
            <a:round/>
            <a:headEnd len="sm" w="sm" type="none"/>
            <a:tailEnd len="sm" w="sm" type="none"/>
          </a:ln>
        </p:spPr>
      </p:cxnSp>
      <p:sp>
        <p:nvSpPr>
          <p:cNvPr id="93" name="Google Shape;93;p17"/>
          <p:cNvSpPr txBox="1"/>
          <p:nvPr>
            <p:ph type="title"/>
          </p:nvPr>
        </p:nvSpPr>
        <p:spPr>
          <a:xfrm>
            <a:off x="311700" y="372500"/>
            <a:ext cx="8520600" cy="7335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94" name="Google Shape;94;p17"/>
          <p:cNvSpPr txBox="1"/>
          <p:nvPr>
            <p:ph idx="1" type="body"/>
          </p:nvPr>
        </p:nvSpPr>
        <p:spPr>
          <a:xfrm>
            <a:off x="311700" y="1468825"/>
            <a:ext cx="3999900" cy="30999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95" name="Google Shape;95;p17"/>
          <p:cNvSpPr txBox="1"/>
          <p:nvPr>
            <p:ph idx="2" type="body"/>
          </p:nvPr>
        </p:nvSpPr>
        <p:spPr>
          <a:xfrm>
            <a:off x="4832400" y="1468825"/>
            <a:ext cx="3999900" cy="30999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96" name="Google Shape;96;p1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9pPr>
          </a:lstStyle>
          <a:p>
            <a:pPr indent="0" lvl="0" marL="0" rtl="0" algn="r">
              <a:spcBef>
                <a:spcPts val="0"/>
              </a:spcBef>
              <a:spcAft>
                <a:spcPts val="0"/>
              </a:spcAft>
              <a:buNone/>
            </a:pPr>
            <a:fld id="{00000000-1234-1234-1234-123412341234}" type="slidenum">
              <a:rPr lang="en"/>
              <a:t>‹#›</a:t>
            </a:fld>
            <a:endParaRPr/>
          </a:p>
        </p:txBody>
      </p:sp>
      <p:sp>
        <p:nvSpPr>
          <p:cNvPr id="97" name="Google Shape;97;p17"/>
          <p:cNvSpPr txBox="1"/>
          <p:nvPr/>
        </p:nvSpPr>
        <p:spPr>
          <a:xfrm>
            <a:off x="311700" y="4669825"/>
            <a:ext cx="8282400" cy="3804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900"/>
              <a:buFont typeface="Arial"/>
              <a:buNone/>
            </a:pPr>
            <a:r>
              <a:rPr b="0" i="0" lang="en" sz="900" u="none" cap="none" strike="noStrike">
                <a:solidFill>
                  <a:schemeClr val="dk2"/>
                </a:solidFill>
                <a:latin typeface="Source Code Pro"/>
                <a:ea typeface="Source Code Pro"/>
                <a:cs typeface="Source Code Pro"/>
                <a:sym typeface="Source Code Pro"/>
              </a:rPr>
              <a:t>The Complete Prompt Engineering for AI Bootcamp</a:t>
            </a:r>
            <a:endParaRPr b="0" i="0" sz="900" u="none" cap="none" strike="noStrike">
              <a:solidFill>
                <a:schemeClr val="dk2"/>
              </a:solidFill>
              <a:latin typeface="Source Code Pro"/>
              <a:ea typeface="Source Code Pro"/>
              <a:cs typeface="Source Code Pro"/>
              <a:sym typeface="Source Code Pro"/>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98" name="Shape 98"/>
        <p:cNvGrpSpPr/>
        <p:nvPr/>
      </p:nvGrpSpPr>
      <p:grpSpPr>
        <a:xfrm>
          <a:off x="0" y="0"/>
          <a:ext cx="0" cy="0"/>
          <a:chOff x="0" y="0"/>
          <a:chExt cx="0" cy="0"/>
        </a:xfrm>
      </p:grpSpPr>
      <p:sp>
        <p:nvSpPr>
          <p:cNvPr id="99" name="Google Shape;99;p18"/>
          <p:cNvSpPr txBox="1"/>
          <p:nvPr>
            <p:ph type="title"/>
          </p:nvPr>
        </p:nvSpPr>
        <p:spPr>
          <a:xfrm>
            <a:off x="311700" y="372500"/>
            <a:ext cx="8520600" cy="7335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100" name="Google Shape;100;p1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9pPr>
          </a:lstStyle>
          <a:p>
            <a:pPr indent="0" lvl="0" marL="0" rtl="0" algn="r">
              <a:spcBef>
                <a:spcPts val="0"/>
              </a:spcBef>
              <a:spcAft>
                <a:spcPts val="0"/>
              </a:spcAft>
              <a:buNone/>
            </a:pPr>
            <a:fld id="{00000000-1234-1234-1234-123412341234}" type="slidenum">
              <a:rPr lang="en"/>
              <a:t>‹#›</a:t>
            </a:fld>
            <a:endParaRPr/>
          </a:p>
        </p:txBody>
      </p:sp>
      <p:sp>
        <p:nvSpPr>
          <p:cNvPr id="101" name="Google Shape;101;p18"/>
          <p:cNvSpPr txBox="1"/>
          <p:nvPr/>
        </p:nvSpPr>
        <p:spPr>
          <a:xfrm>
            <a:off x="311700" y="4669825"/>
            <a:ext cx="8282400" cy="3804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900"/>
              <a:buFont typeface="Arial"/>
              <a:buNone/>
            </a:pPr>
            <a:r>
              <a:rPr b="0" i="0" lang="en" sz="900" u="none" cap="none" strike="noStrike">
                <a:solidFill>
                  <a:schemeClr val="dk2"/>
                </a:solidFill>
                <a:latin typeface="Source Code Pro"/>
                <a:ea typeface="Source Code Pro"/>
                <a:cs typeface="Source Code Pro"/>
                <a:sym typeface="Source Code Pro"/>
              </a:rPr>
              <a:t>The Complete Prompt Engineering for AI Bootcamp</a:t>
            </a:r>
            <a:endParaRPr b="0" i="0" sz="900" u="none" cap="none" strike="noStrike">
              <a:solidFill>
                <a:schemeClr val="dk2"/>
              </a:solidFill>
              <a:latin typeface="Source Code Pro"/>
              <a:ea typeface="Source Code Pro"/>
              <a:cs typeface="Source Code Pro"/>
              <a:sym typeface="Source Code Pro"/>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02" name="Shape 102"/>
        <p:cNvGrpSpPr/>
        <p:nvPr/>
      </p:nvGrpSpPr>
      <p:grpSpPr>
        <a:xfrm>
          <a:off x="0" y="0"/>
          <a:ext cx="0" cy="0"/>
          <a:chOff x="0" y="0"/>
          <a:chExt cx="0" cy="0"/>
        </a:xfrm>
      </p:grpSpPr>
      <p:cxnSp>
        <p:nvCxnSpPr>
          <p:cNvPr id="103" name="Google Shape;103;p19"/>
          <p:cNvCxnSpPr/>
          <p:nvPr/>
        </p:nvCxnSpPr>
        <p:spPr>
          <a:xfrm>
            <a:off x="418675" y="1457787"/>
            <a:ext cx="614100" cy="0"/>
          </a:xfrm>
          <a:prstGeom prst="straightConnector1">
            <a:avLst/>
          </a:prstGeom>
          <a:noFill/>
          <a:ln cap="flat" cmpd="sng" w="19050">
            <a:solidFill>
              <a:schemeClr val="dk2"/>
            </a:solidFill>
            <a:prstDash val="lgDash"/>
            <a:round/>
            <a:headEnd len="sm" w="sm" type="none"/>
            <a:tailEnd len="sm" w="sm" type="none"/>
          </a:ln>
        </p:spPr>
      </p:cxnSp>
      <p:sp>
        <p:nvSpPr>
          <p:cNvPr id="104" name="Google Shape;104;p19"/>
          <p:cNvSpPr txBox="1"/>
          <p:nvPr>
            <p:ph type="title"/>
          </p:nvPr>
        </p:nvSpPr>
        <p:spPr>
          <a:xfrm>
            <a:off x="311700" y="6318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105" name="Google Shape;105;p19"/>
          <p:cNvSpPr txBox="1"/>
          <p:nvPr>
            <p:ph idx="1" type="body"/>
          </p:nvPr>
        </p:nvSpPr>
        <p:spPr>
          <a:xfrm>
            <a:off x="311700" y="1618204"/>
            <a:ext cx="2808000" cy="29508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106" name="Google Shape;106;p1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9pPr>
          </a:lstStyle>
          <a:p>
            <a:pPr indent="0" lvl="0" marL="0" rtl="0" algn="r">
              <a:spcBef>
                <a:spcPts val="0"/>
              </a:spcBef>
              <a:spcAft>
                <a:spcPts val="0"/>
              </a:spcAft>
              <a:buNone/>
            </a:pPr>
            <a:fld id="{00000000-1234-1234-1234-123412341234}" type="slidenum">
              <a:rPr lang="en"/>
              <a:t>‹#›</a:t>
            </a:fld>
            <a:endParaRPr/>
          </a:p>
        </p:txBody>
      </p:sp>
      <p:sp>
        <p:nvSpPr>
          <p:cNvPr id="107" name="Google Shape;107;p19"/>
          <p:cNvSpPr txBox="1"/>
          <p:nvPr/>
        </p:nvSpPr>
        <p:spPr>
          <a:xfrm>
            <a:off x="311700" y="4669825"/>
            <a:ext cx="8282400" cy="3804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900"/>
              <a:buFont typeface="Arial"/>
              <a:buNone/>
            </a:pPr>
            <a:r>
              <a:rPr b="0" i="0" lang="en" sz="900" u="none" cap="none" strike="noStrike">
                <a:solidFill>
                  <a:schemeClr val="dk2"/>
                </a:solidFill>
                <a:latin typeface="Source Code Pro"/>
                <a:ea typeface="Source Code Pro"/>
                <a:cs typeface="Source Code Pro"/>
                <a:sym typeface="Source Code Pro"/>
              </a:rPr>
              <a:t>The Complete Prompt Engineering for AI Bootcamp</a:t>
            </a:r>
            <a:endParaRPr b="0" i="0" sz="900" u="none" cap="none" strike="noStrike">
              <a:solidFill>
                <a:schemeClr val="dk2"/>
              </a:solidFill>
              <a:latin typeface="Source Code Pro"/>
              <a:ea typeface="Source Code Pro"/>
              <a:cs typeface="Source Code Pro"/>
              <a:sym typeface="Source Code Pro"/>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lt2"/>
        </a:solidFill>
      </p:bgPr>
    </p:bg>
    <p:spTree>
      <p:nvGrpSpPr>
        <p:cNvPr id="108" name="Shape 108"/>
        <p:cNvGrpSpPr/>
        <p:nvPr/>
      </p:nvGrpSpPr>
      <p:grpSpPr>
        <a:xfrm>
          <a:off x="0" y="0"/>
          <a:ext cx="0" cy="0"/>
          <a:chOff x="0" y="0"/>
          <a:chExt cx="0" cy="0"/>
        </a:xfrm>
      </p:grpSpPr>
      <p:sp>
        <p:nvSpPr>
          <p:cNvPr id="109" name="Google Shape;109;p20"/>
          <p:cNvSpPr txBox="1"/>
          <p:nvPr>
            <p:ph type="title"/>
          </p:nvPr>
        </p:nvSpPr>
        <p:spPr>
          <a:xfrm>
            <a:off x="490250" y="528900"/>
            <a:ext cx="5678100" cy="40857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Clr>
                <a:schemeClr val="lt1"/>
              </a:buClr>
              <a:buSzPts val="5400"/>
              <a:buNone/>
              <a:defRPr sz="5400">
                <a:solidFill>
                  <a:schemeClr val="lt1"/>
                </a:solidFill>
              </a:defRPr>
            </a:lvl1pPr>
            <a:lvl2pPr lvl="1" algn="l">
              <a:lnSpc>
                <a:spcPct val="100000"/>
              </a:lnSpc>
              <a:spcBef>
                <a:spcPts val="0"/>
              </a:spcBef>
              <a:spcAft>
                <a:spcPts val="0"/>
              </a:spcAft>
              <a:buClr>
                <a:schemeClr val="lt1"/>
              </a:buClr>
              <a:buSzPts val="5400"/>
              <a:buNone/>
              <a:defRPr sz="5400">
                <a:solidFill>
                  <a:schemeClr val="lt1"/>
                </a:solidFill>
              </a:defRPr>
            </a:lvl2pPr>
            <a:lvl3pPr lvl="2" algn="l">
              <a:lnSpc>
                <a:spcPct val="100000"/>
              </a:lnSpc>
              <a:spcBef>
                <a:spcPts val="0"/>
              </a:spcBef>
              <a:spcAft>
                <a:spcPts val="0"/>
              </a:spcAft>
              <a:buClr>
                <a:schemeClr val="lt1"/>
              </a:buClr>
              <a:buSzPts val="5400"/>
              <a:buNone/>
              <a:defRPr sz="5400">
                <a:solidFill>
                  <a:schemeClr val="lt1"/>
                </a:solidFill>
              </a:defRPr>
            </a:lvl3pPr>
            <a:lvl4pPr lvl="3" algn="l">
              <a:lnSpc>
                <a:spcPct val="100000"/>
              </a:lnSpc>
              <a:spcBef>
                <a:spcPts val="0"/>
              </a:spcBef>
              <a:spcAft>
                <a:spcPts val="0"/>
              </a:spcAft>
              <a:buClr>
                <a:schemeClr val="lt1"/>
              </a:buClr>
              <a:buSzPts val="5400"/>
              <a:buNone/>
              <a:defRPr sz="5400">
                <a:solidFill>
                  <a:schemeClr val="lt1"/>
                </a:solidFill>
              </a:defRPr>
            </a:lvl4pPr>
            <a:lvl5pPr lvl="4" algn="l">
              <a:lnSpc>
                <a:spcPct val="100000"/>
              </a:lnSpc>
              <a:spcBef>
                <a:spcPts val="0"/>
              </a:spcBef>
              <a:spcAft>
                <a:spcPts val="0"/>
              </a:spcAft>
              <a:buClr>
                <a:schemeClr val="lt1"/>
              </a:buClr>
              <a:buSzPts val="5400"/>
              <a:buNone/>
              <a:defRPr sz="5400">
                <a:solidFill>
                  <a:schemeClr val="lt1"/>
                </a:solidFill>
              </a:defRPr>
            </a:lvl5pPr>
            <a:lvl6pPr lvl="5" algn="l">
              <a:lnSpc>
                <a:spcPct val="100000"/>
              </a:lnSpc>
              <a:spcBef>
                <a:spcPts val="0"/>
              </a:spcBef>
              <a:spcAft>
                <a:spcPts val="0"/>
              </a:spcAft>
              <a:buClr>
                <a:schemeClr val="lt1"/>
              </a:buClr>
              <a:buSzPts val="5400"/>
              <a:buNone/>
              <a:defRPr sz="5400">
                <a:solidFill>
                  <a:schemeClr val="lt1"/>
                </a:solidFill>
              </a:defRPr>
            </a:lvl6pPr>
            <a:lvl7pPr lvl="6" algn="l">
              <a:lnSpc>
                <a:spcPct val="100000"/>
              </a:lnSpc>
              <a:spcBef>
                <a:spcPts val="0"/>
              </a:spcBef>
              <a:spcAft>
                <a:spcPts val="0"/>
              </a:spcAft>
              <a:buClr>
                <a:schemeClr val="lt1"/>
              </a:buClr>
              <a:buSzPts val="5400"/>
              <a:buNone/>
              <a:defRPr sz="5400">
                <a:solidFill>
                  <a:schemeClr val="lt1"/>
                </a:solidFill>
              </a:defRPr>
            </a:lvl7pPr>
            <a:lvl8pPr lvl="7" algn="l">
              <a:lnSpc>
                <a:spcPct val="100000"/>
              </a:lnSpc>
              <a:spcBef>
                <a:spcPts val="0"/>
              </a:spcBef>
              <a:spcAft>
                <a:spcPts val="0"/>
              </a:spcAft>
              <a:buClr>
                <a:schemeClr val="lt1"/>
              </a:buClr>
              <a:buSzPts val="5400"/>
              <a:buNone/>
              <a:defRPr sz="5400">
                <a:solidFill>
                  <a:schemeClr val="lt1"/>
                </a:solidFill>
              </a:defRPr>
            </a:lvl8pPr>
            <a:lvl9pPr lvl="8" algn="l">
              <a:lnSpc>
                <a:spcPct val="100000"/>
              </a:lnSpc>
              <a:spcBef>
                <a:spcPts val="0"/>
              </a:spcBef>
              <a:spcAft>
                <a:spcPts val="0"/>
              </a:spcAft>
              <a:buClr>
                <a:schemeClr val="lt1"/>
              </a:buClr>
              <a:buSzPts val="5400"/>
              <a:buNone/>
              <a:defRPr sz="5400">
                <a:solidFill>
                  <a:schemeClr val="lt1"/>
                </a:solidFill>
              </a:defRPr>
            </a:lvl9pPr>
          </a:lstStyle>
          <a:p/>
        </p:txBody>
      </p:sp>
      <p:sp>
        <p:nvSpPr>
          <p:cNvPr id="110" name="Google Shape;110;p2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Source Code Pro"/>
                <a:ea typeface="Source Code Pro"/>
                <a:cs typeface="Source Code Pro"/>
                <a:sym typeface="Source Code Pr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Source Code Pro"/>
                <a:ea typeface="Source Code Pro"/>
                <a:cs typeface="Source Code Pro"/>
                <a:sym typeface="Source Code Pr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Source Code Pro"/>
                <a:ea typeface="Source Code Pro"/>
                <a:cs typeface="Source Code Pro"/>
                <a:sym typeface="Source Code Pr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Source Code Pro"/>
                <a:ea typeface="Source Code Pro"/>
                <a:cs typeface="Source Code Pro"/>
                <a:sym typeface="Source Code Pr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Source Code Pro"/>
                <a:ea typeface="Source Code Pro"/>
                <a:cs typeface="Source Code Pro"/>
                <a:sym typeface="Source Code Pr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Source Code Pro"/>
                <a:ea typeface="Source Code Pro"/>
                <a:cs typeface="Source Code Pro"/>
                <a:sym typeface="Source Code Pr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Source Code Pro"/>
                <a:ea typeface="Source Code Pro"/>
                <a:cs typeface="Source Code Pro"/>
                <a:sym typeface="Source Code Pr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Source Code Pro"/>
                <a:ea typeface="Source Code Pro"/>
                <a:cs typeface="Source Code Pro"/>
                <a:sym typeface="Source Code Pr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Source Code Pro"/>
                <a:ea typeface="Source Code Pro"/>
                <a:cs typeface="Source Code Pro"/>
                <a:sym typeface="Source Code Pro"/>
              </a:defRPr>
            </a:lvl9pPr>
          </a:lstStyle>
          <a:p>
            <a:pPr indent="0" lvl="0" marL="0" rtl="0" algn="r">
              <a:spcBef>
                <a:spcPts val="0"/>
              </a:spcBef>
              <a:spcAft>
                <a:spcPts val="0"/>
              </a:spcAft>
              <a:buNone/>
            </a:pPr>
            <a:fld id="{00000000-1234-1234-1234-123412341234}" type="slidenum">
              <a:rPr lang="en"/>
              <a:t>‹#›</a:t>
            </a:fld>
            <a:endParaRPr/>
          </a:p>
        </p:txBody>
      </p:sp>
      <p:sp>
        <p:nvSpPr>
          <p:cNvPr id="111" name="Google Shape;111;p20"/>
          <p:cNvSpPr txBox="1"/>
          <p:nvPr/>
        </p:nvSpPr>
        <p:spPr>
          <a:xfrm>
            <a:off x="311700" y="4669825"/>
            <a:ext cx="8282400" cy="3804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900"/>
              <a:buFont typeface="Arial"/>
              <a:buNone/>
            </a:pPr>
            <a:r>
              <a:rPr b="0" i="0" lang="en" sz="900" u="none" cap="none" strike="noStrike">
                <a:solidFill>
                  <a:schemeClr val="lt1"/>
                </a:solidFill>
                <a:latin typeface="Source Code Pro"/>
                <a:ea typeface="Source Code Pro"/>
                <a:cs typeface="Source Code Pro"/>
                <a:sym typeface="Source Code Pro"/>
              </a:rPr>
              <a:t>The Complete Prompt Engineering for AI Bootcamp</a:t>
            </a:r>
            <a:endParaRPr b="0" i="0" sz="900" u="none" cap="none" strike="noStrike">
              <a:solidFill>
                <a:schemeClr val="lt1"/>
              </a:solidFill>
              <a:latin typeface="Source Code Pro"/>
              <a:ea typeface="Source Code Pro"/>
              <a:cs typeface="Source Code Pro"/>
              <a:sym typeface="Source Code Pro"/>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bg>
      <p:bgPr>
        <a:solidFill>
          <a:schemeClr val="dk1"/>
        </a:solidFill>
      </p:bgPr>
    </p:bg>
    <p:spTree>
      <p:nvGrpSpPr>
        <p:cNvPr id="112" name="Shape 112"/>
        <p:cNvGrpSpPr/>
        <p:nvPr/>
      </p:nvGrpSpPr>
      <p:grpSpPr>
        <a:xfrm>
          <a:off x="0" y="0"/>
          <a:ext cx="0" cy="0"/>
          <a:chOff x="0" y="0"/>
          <a:chExt cx="0" cy="0"/>
        </a:xfrm>
      </p:grpSpPr>
      <p:sp>
        <p:nvSpPr>
          <p:cNvPr id="113" name="Google Shape;113;p21"/>
          <p:cNvSpPr/>
          <p:nvPr/>
        </p:nvSpPr>
        <p:spPr>
          <a:xfrm>
            <a:off x="4572000" y="175"/>
            <a:ext cx="4572000" cy="51435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114" name="Google Shape;114;p21"/>
          <p:cNvCxnSpPr/>
          <p:nvPr/>
        </p:nvCxnSpPr>
        <p:spPr>
          <a:xfrm>
            <a:off x="5029675" y="4495500"/>
            <a:ext cx="577200" cy="0"/>
          </a:xfrm>
          <a:prstGeom prst="straightConnector1">
            <a:avLst/>
          </a:prstGeom>
          <a:noFill/>
          <a:ln cap="flat" cmpd="sng" w="19050">
            <a:solidFill>
              <a:schemeClr val="dk1"/>
            </a:solidFill>
            <a:prstDash val="lgDash"/>
            <a:round/>
            <a:headEnd len="sm" w="sm" type="none"/>
            <a:tailEnd len="sm" w="sm" type="none"/>
          </a:ln>
        </p:spPr>
      </p:cxnSp>
      <p:sp>
        <p:nvSpPr>
          <p:cNvPr id="115" name="Google Shape;115;p21"/>
          <p:cNvSpPr txBox="1"/>
          <p:nvPr>
            <p:ph type="title"/>
          </p:nvPr>
        </p:nvSpPr>
        <p:spPr>
          <a:xfrm>
            <a:off x="265500" y="1078750"/>
            <a:ext cx="4045200" cy="17892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Clr>
                <a:schemeClr val="lt1"/>
              </a:buClr>
              <a:buSzPts val="4600"/>
              <a:buNone/>
              <a:defRPr sz="4600">
                <a:solidFill>
                  <a:schemeClr val="lt1"/>
                </a:solidFill>
              </a:defRPr>
            </a:lvl1pPr>
            <a:lvl2pPr lvl="1" algn="ctr">
              <a:lnSpc>
                <a:spcPct val="100000"/>
              </a:lnSpc>
              <a:spcBef>
                <a:spcPts val="0"/>
              </a:spcBef>
              <a:spcAft>
                <a:spcPts val="0"/>
              </a:spcAft>
              <a:buClr>
                <a:schemeClr val="lt1"/>
              </a:buClr>
              <a:buSzPts val="4600"/>
              <a:buNone/>
              <a:defRPr sz="4600">
                <a:solidFill>
                  <a:schemeClr val="lt1"/>
                </a:solidFill>
              </a:defRPr>
            </a:lvl2pPr>
            <a:lvl3pPr lvl="2" algn="ctr">
              <a:lnSpc>
                <a:spcPct val="100000"/>
              </a:lnSpc>
              <a:spcBef>
                <a:spcPts val="0"/>
              </a:spcBef>
              <a:spcAft>
                <a:spcPts val="0"/>
              </a:spcAft>
              <a:buClr>
                <a:schemeClr val="lt1"/>
              </a:buClr>
              <a:buSzPts val="4600"/>
              <a:buNone/>
              <a:defRPr sz="4600">
                <a:solidFill>
                  <a:schemeClr val="lt1"/>
                </a:solidFill>
              </a:defRPr>
            </a:lvl3pPr>
            <a:lvl4pPr lvl="3" algn="ctr">
              <a:lnSpc>
                <a:spcPct val="100000"/>
              </a:lnSpc>
              <a:spcBef>
                <a:spcPts val="0"/>
              </a:spcBef>
              <a:spcAft>
                <a:spcPts val="0"/>
              </a:spcAft>
              <a:buClr>
                <a:schemeClr val="lt1"/>
              </a:buClr>
              <a:buSzPts val="4600"/>
              <a:buNone/>
              <a:defRPr sz="4600">
                <a:solidFill>
                  <a:schemeClr val="lt1"/>
                </a:solidFill>
              </a:defRPr>
            </a:lvl4pPr>
            <a:lvl5pPr lvl="4" algn="ctr">
              <a:lnSpc>
                <a:spcPct val="100000"/>
              </a:lnSpc>
              <a:spcBef>
                <a:spcPts val="0"/>
              </a:spcBef>
              <a:spcAft>
                <a:spcPts val="0"/>
              </a:spcAft>
              <a:buClr>
                <a:schemeClr val="lt1"/>
              </a:buClr>
              <a:buSzPts val="4600"/>
              <a:buNone/>
              <a:defRPr sz="4600">
                <a:solidFill>
                  <a:schemeClr val="lt1"/>
                </a:solidFill>
              </a:defRPr>
            </a:lvl5pPr>
            <a:lvl6pPr lvl="5" algn="ctr">
              <a:lnSpc>
                <a:spcPct val="100000"/>
              </a:lnSpc>
              <a:spcBef>
                <a:spcPts val="0"/>
              </a:spcBef>
              <a:spcAft>
                <a:spcPts val="0"/>
              </a:spcAft>
              <a:buClr>
                <a:schemeClr val="lt1"/>
              </a:buClr>
              <a:buSzPts val="4600"/>
              <a:buNone/>
              <a:defRPr sz="4600">
                <a:solidFill>
                  <a:schemeClr val="lt1"/>
                </a:solidFill>
              </a:defRPr>
            </a:lvl6pPr>
            <a:lvl7pPr lvl="6" algn="ctr">
              <a:lnSpc>
                <a:spcPct val="100000"/>
              </a:lnSpc>
              <a:spcBef>
                <a:spcPts val="0"/>
              </a:spcBef>
              <a:spcAft>
                <a:spcPts val="0"/>
              </a:spcAft>
              <a:buClr>
                <a:schemeClr val="lt1"/>
              </a:buClr>
              <a:buSzPts val="4600"/>
              <a:buNone/>
              <a:defRPr sz="4600">
                <a:solidFill>
                  <a:schemeClr val="lt1"/>
                </a:solidFill>
              </a:defRPr>
            </a:lvl7pPr>
            <a:lvl8pPr lvl="7" algn="ctr">
              <a:lnSpc>
                <a:spcPct val="100000"/>
              </a:lnSpc>
              <a:spcBef>
                <a:spcPts val="0"/>
              </a:spcBef>
              <a:spcAft>
                <a:spcPts val="0"/>
              </a:spcAft>
              <a:buClr>
                <a:schemeClr val="lt1"/>
              </a:buClr>
              <a:buSzPts val="4600"/>
              <a:buNone/>
              <a:defRPr sz="4600">
                <a:solidFill>
                  <a:schemeClr val="lt1"/>
                </a:solidFill>
              </a:defRPr>
            </a:lvl8pPr>
            <a:lvl9pPr lvl="8" algn="ctr">
              <a:lnSpc>
                <a:spcPct val="100000"/>
              </a:lnSpc>
              <a:spcBef>
                <a:spcPts val="0"/>
              </a:spcBef>
              <a:spcAft>
                <a:spcPts val="0"/>
              </a:spcAft>
              <a:buClr>
                <a:schemeClr val="lt1"/>
              </a:buClr>
              <a:buSzPts val="4600"/>
              <a:buNone/>
              <a:defRPr sz="4600">
                <a:solidFill>
                  <a:schemeClr val="lt1"/>
                </a:solidFill>
              </a:defRPr>
            </a:lvl9pPr>
          </a:lstStyle>
          <a:p/>
        </p:txBody>
      </p:sp>
      <p:sp>
        <p:nvSpPr>
          <p:cNvPr id="116" name="Google Shape;116;p21"/>
          <p:cNvSpPr txBox="1"/>
          <p:nvPr>
            <p:ph idx="1" type="subTitle"/>
          </p:nvPr>
        </p:nvSpPr>
        <p:spPr>
          <a:xfrm>
            <a:off x="265500" y="2921401"/>
            <a:ext cx="4045200" cy="13455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Clr>
                <a:schemeClr val="lt1"/>
              </a:buClr>
              <a:buSzPts val="1900"/>
              <a:buNone/>
              <a:defRPr sz="1900">
                <a:solidFill>
                  <a:schemeClr val="lt1"/>
                </a:solidFill>
              </a:defRPr>
            </a:lvl1pPr>
            <a:lvl2pPr lvl="1" algn="ctr">
              <a:lnSpc>
                <a:spcPct val="100000"/>
              </a:lnSpc>
              <a:spcBef>
                <a:spcPts val="0"/>
              </a:spcBef>
              <a:spcAft>
                <a:spcPts val="0"/>
              </a:spcAft>
              <a:buClr>
                <a:schemeClr val="lt1"/>
              </a:buClr>
              <a:buSzPts val="1900"/>
              <a:buNone/>
              <a:defRPr sz="1900">
                <a:solidFill>
                  <a:schemeClr val="lt1"/>
                </a:solidFill>
              </a:defRPr>
            </a:lvl2pPr>
            <a:lvl3pPr lvl="2" algn="ctr">
              <a:lnSpc>
                <a:spcPct val="100000"/>
              </a:lnSpc>
              <a:spcBef>
                <a:spcPts val="0"/>
              </a:spcBef>
              <a:spcAft>
                <a:spcPts val="0"/>
              </a:spcAft>
              <a:buClr>
                <a:schemeClr val="lt1"/>
              </a:buClr>
              <a:buSzPts val="1900"/>
              <a:buNone/>
              <a:defRPr sz="1900">
                <a:solidFill>
                  <a:schemeClr val="lt1"/>
                </a:solidFill>
              </a:defRPr>
            </a:lvl3pPr>
            <a:lvl4pPr lvl="3" algn="ctr">
              <a:lnSpc>
                <a:spcPct val="100000"/>
              </a:lnSpc>
              <a:spcBef>
                <a:spcPts val="0"/>
              </a:spcBef>
              <a:spcAft>
                <a:spcPts val="0"/>
              </a:spcAft>
              <a:buClr>
                <a:schemeClr val="lt1"/>
              </a:buClr>
              <a:buSzPts val="1900"/>
              <a:buNone/>
              <a:defRPr sz="1900">
                <a:solidFill>
                  <a:schemeClr val="lt1"/>
                </a:solidFill>
              </a:defRPr>
            </a:lvl4pPr>
            <a:lvl5pPr lvl="4" algn="ctr">
              <a:lnSpc>
                <a:spcPct val="100000"/>
              </a:lnSpc>
              <a:spcBef>
                <a:spcPts val="0"/>
              </a:spcBef>
              <a:spcAft>
                <a:spcPts val="0"/>
              </a:spcAft>
              <a:buClr>
                <a:schemeClr val="lt1"/>
              </a:buClr>
              <a:buSzPts val="1900"/>
              <a:buNone/>
              <a:defRPr sz="1900">
                <a:solidFill>
                  <a:schemeClr val="lt1"/>
                </a:solidFill>
              </a:defRPr>
            </a:lvl5pPr>
            <a:lvl6pPr lvl="5" algn="ctr">
              <a:lnSpc>
                <a:spcPct val="100000"/>
              </a:lnSpc>
              <a:spcBef>
                <a:spcPts val="0"/>
              </a:spcBef>
              <a:spcAft>
                <a:spcPts val="0"/>
              </a:spcAft>
              <a:buClr>
                <a:schemeClr val="lt1"/>
              </a:buClr>
              <a:buSzPts val="1900"/>
              <a:buNone/>
              <a:defRPr sz="1900">
                <a:solidFill>
                  <a:schemeClr val="lt1"/>
                </a:solidFill>
              </a:defRPr>
            </a:lvl6pPr>
            <a:lvl7pPr lvl="6" algn="ctr">
              <a:lnSpc>
                <a:spcPct val="100000"/>
              </a:lnSpc>
              <a:spcBef>
                <a:spcPts val="0"/>
              </a:spcBef>
              <a:spcAft>
                <a:spcPts val="0"/>
              </a:spcAft>
              <a:buClr>
                <a:schemeClr val="lt1"/>
              </a:buClr>
              <a:buSzPts val="1900"/>
              <a:buNone/>
              <a:defRPr sz="1900">
                <a:solidFill>
                  <a:schemeClr val="lt1"/>
                </a:solidFill>
              </a:defRPr>
            </a:lvl7pPr>
            <a:lvl8pPr lvl="7" algn="ctr">
              <a:lnSpc>
                <a:spcPct val="100000"/>
              </a:lnSpc>
              <a:spcBef>
                <a:spcPts val="0"/>
              </a:spcBef>
              <a:spcAft>
                <a:spcPts val="0"/>
              </a:spcAft>
              <a:buClr>
                <a:schemeClr val="lt1"/>
              </a:buClr>
              <a:buSzPts val="1900"/>
              <a:buNone/>
              <a:defRPr sz="1900">
                <a:solidFill>
                  <a:schemeClr val="lt1"/>
                </a:solidFill>
              </a:defRPr>
            </a:lvl8pPr>
            <a:lvl9pPr lvl="8" algn="ctr">
              <a:lnSpc>
                <a:spcPct val="100000"/>
              </a:lnSpc>
              <a:spcBef>
                <a:spcPts val="0"/>
              </a:spcBef>
              <a:spcAft>
                <a:spcPts val="0"/>
              </a:spcAft>
              <a:buClr>
                <a:schemeClr val="lt1"/>
              </a:buClr>
              <a:buSzPts val="1900"/>
              <a:buNone/>
              <a:defRPr sz="1900">
                <a:solidFill>
                  <a:schemeClr val="lt1"/>
                </a:solidFill>
              </a:defRPr>
            </a:lvl9pPr>
          </a:lstStyle>
          <a:p/>
        </p:txBody>
      </p:sp>
      <p:sp>
        <p:nvSpPr>
          <p:cNvPr id="117" name="Google Shape;117;p21"/>
          <p:cNvSpPr txBox="1"/>
          <p:nvPr>
            <p:ph idx="2" type="body"/>
          </p:nvPr>
        </p:nvSpPr>
        <p:spPr>
          <a:xfrm>
            <a:off x="4939500" y="724200"/>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118" name="Google Shape;118;p2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9pPr>
          </a:lstStyle>
          <a:p>
            <a:pPr indent="0" lvl="0" marL="0" rtl="0" algn="r">
              <a:spcBef>
                <a:spcPts val="0"/>
              </a:spcBef>
              <a:spcAft>
                <a:spcPts val="0"/>
              </a:spcAft>
              <a:buNone/>
            </a:pPr>
            <a:fld id="{00000000-1234-1234-1234-123412341234}" type="slidenum">
              <a:rPr lang="en"/>
              <a:t>‹#›</a:t>
            </a:fld>
            <a:endParaRPr/>
          </a:p>
        </p:txBody>
      </p:sp>
      <p:sp>
        <p:nvSpPr>
          <p:cNvPr id="119" name="Google Shape;119;p21"/>
          <p:cNvSpPr txBox="1"/>
          <p:nvPr/>
        </p:nvSpPr>
        <p:spPr>
          <a:xfrm>
            <a:off x="311700" y="4669825"/>
            <a:ext cx="8282400" cy="3804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900"/>
              <a:buFont typeface="Arial"/>
              <a:buNone/>
            </a:pPr>
            <a:r>
              <a:rPr b="0" i="0" lang="en" sz="900" u="none" cap="none" strike="noStrike">
                <a:solidFill>
                  <a:schemeClr val="dk2"/>
                </a:solidFill>
                <a:latin typeface="Source Code Pro"/>
                <a:ea typeface="Source Code Pro"/>
                <a:cs typeface="Source Code Pro"/>
                <a:sym typeface="Source Code Pro"/>
              </a:rPr>
              <a:t>The Complete Prompt Engineering for AI Bootcamp</a:t>
            </a:r>
            <a:endParaRPr b="0" i="0" sz="900" u="none" cap="none" strike="noStrike">
              <a:solidFill>
                <a:schemeClr val="dk2"/>
              </a:solidFill>
              <a:latin typeface="Source Code Pro"/>
              <a:ea typeface="Source Code Pro"/>
              <a:cs typeface="Source Code Pro"/>
              <a:sym typeface="Source Code Pro"/>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20" name="Shape 120"/>
        <p:cNvGrpSpPr/>
        <p:nvPr/>
      </p:nvGrpSpPr>
      <p:grpSpPr>
        <a:xfrm>
          <a:off x="0" y="0"/>
          <a:ext cx="0" cy="0"/>
          <a:chOff x="0" y="0"/>
          <a:chExt cx="0" cy="0"/>
        </a:xfrm>
      </p:grpSpPr>
      <p:sp>
        <p:nvSpPr>
          <p:cNvPr id="121" name="Google Shape;121;p22"/>
          <p:cNvSpPr txBox="1"/>
          <p:nvPr>
            <p:ph idx="1" type="body"/>
          </p:nvPr>
        </p:nvSpPr>
        <p:spPr>
          <a:xfrm>
            <a:off x="311700" y="4064725"/>
            <a:ext cx="5998800" cy="6051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2100"/>
              <a:buFont typeface="Oswald"/>
              <a:buNone/>
              <a:defRPr sz="2100">
                <a:latin typeface="Oswald"/>
                <a:ea typeface="Oswald"/>
                <a:cs typeface="Oswald"/>
                <a:sym typeface="Oswald"/>
              </a:defRPr>
            </a:lvl1pPr>
          </a:lstStyle>
          <a:p/>
        </p:txBody>
      </p:sp>
      <p:sp>
        <p:nvSpPr>
          <p:cNvPr id="122" name="Google Shape;122;p2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9pPr>
          </a:lstStyle>
          <a:p>
            <a:pPr indent="0" lvl="0" marL="0" rtl="0" algn="r">
              <a:spcBef>
                <a:spcPts val="0"/>
              </a:spcBef>
              <a:spcAft>
                <a:spcPts val="0"/>
              </a:spcAft>
              <a:buNone/>
            </a:pPr>
            <a:fld id="{00000000-1234-1234-1234-123412341234}" type="slidenum">
              <a:rPr lang="en"/>
              <a:t>‹#›</a:t>
            </a:fld>
            <a:endParaRPr/>
          </a:p>
        </p:txBody>
      </p:sp>
      <p:sp>
        <p:nvSpPr>
          <p:cNvPr id="123" name="Google Shape;123;p22"/>
          <p:cNvSpPr txBox="1"/>
          <p:nvPr/>
        </p:nvSpPr>
        <p:spPr>
          <a:xfrm>
            <a:off x="311700" y="4669825"/>
            <a:ext cx="8282400" cy="3804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900"/>
              <a:buFont typeface="Arial"/>
              <a:buNone/>
            </a:pPr>
            <a:r>
              <a:rPr b="0" i="0" lang="en" sz="900" u="none" cap="none" strike="noStrike">
                <a:solidFill>
                  <a:schemeClr val="dk2"/>
                </a:solidFill>
                <a:latin typeface="Source Code Pro"/>
                <a:ea typeface="Source Code Pro"/>
                <a:cs typeface="Source Code Pro"/>
                <a:sym typeface="Source Code Pro"/>
              </a:rPr>
              <a:t>The Complete Prompt Engineering for AI Bootcamp</a:t>
            </a:r>
            <a:endParaRPr b="0" i="0" sz="900" u="none" cap="none" strike="noStrike">
              <a:solidFill>
                <a:schemeClr val="dk2"/>
              </a:solidFill>
              <a:latin typeface="Source Code Pro"/>
              <a:ea typeface="Source Code Pro"/>
              <a:cs typeface="Source Code Pro"/>
              <a:sym typeface="Source Code Pro"/>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24" name="Shape 124"/>
        <p:cNvGrpSpPr/>
        <p:nvPr/>
      </p:nvGrpSpPr>
      <p:grpSpPr>
        <a:xfrm>
          <a:off x="0" y="0"/>
          <a:ext cx="0" cy="0"/>
          <a:chOff x="0" y="0"/>
          <a:chExt cx="0" cy="0"/>
        </a:xfrm>
      </p:grpSpPr>
      <p:cxnSp>
        <p:nvCxnSpPr>
          <p:cNvPr id="125" name="Google Shape;125;p23"/>
          <p:cNvCxnSpPr/>
          <p:nvPr/>
        </p:nvCxnSpPr>
        <p:spPr>
          <a:xfrm>
            <a:off x="413275" y="2988275"/>
            <a:ext cx="910500" cy="0"/>
          </a:xfrm>
          <a:prstGeom prst="straightConnector1">
            <a:avLst/>
          </a:prstGeom>
          <a:noFill/>
          <a:ln cap="flat" cmpd="sng" w="28575">
            <a:solidFill>
              <a:schemeClr val="dk1"/>
            </a:solidFill>
            <a:prstDash val="lgDash"/>
            <a:round/>
            <a:headEnd len="sm" w="sm" type="none"/>
            <a:tailEnd len="sm" w="sm" type="none"/>
          </a:ln>
        </p:spPr>
      </p:cxnSp>
      <p:sp>
        <p:nvSpPr>
          <p:cNvPr id="126" name="Google Shape;126;p23"/>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12000"/>
              <a:buNone/>
              <a:defRPr sz="12000"/>
            </a:lvl1pPr>
            <a:lvl2pPr lvl="1" algn="l">
              <a:lnSpc>
                <a:spcPct val="100000"/>
              </a:lnSpc>
              <a:spcBef>
                <a:spcPts val="0"/>
              </a:spcBef>
              <a:spcAft>
                <a:spcPts val="0"/>
              </a:spcAft>
              <a:buSzPts val="12000"/>
              <a:buNone/>
              <a:defRPr sz="12000"/>
            </a:lvl2pPr>
            <a:lvl3pPr lvl="2" algn="l">
              <a:lnSpc>
                <a:spcPct val="100000"/>
              </a:lnSpc>
              <a:spcBef>
                <a:spcPts val="0"/>
              </a:spcBef>
              <a:spcAft>
                <a:spcPts val="0"/>
              </a:spcAft>
              <a:buSzPts val="12000"/>
              <a:buNone/>
              <a:defRPr sz="12000"/>
            </a:lvl3pPr>
            <a:lvl4pPr lvl="3" algn="l">
              <a:lnSpc>
                <a:spcPct val="100000"/>
              </a:lnSpc>
              <a:spcBef>
                <a:spcPts val="0"/>
              </a:spcBef>
              <a:spcAft>
                <a:spcPts val="0"/>
              </a:spcAft>
              <a:buSzPts val="12000"/>
              <a:buNone/>
              <a:defRPr sz="12000"/>
            </a:lvl4pPr>
            <a:lvl5pPr lvl="4" algn="l">
              <a:lnSpc>
                <a:spcPct val="100000"/>
              </a:lnSpc>
              <a:spcBef>
                <a:spcPts val="0"/>
              </a:spcBef>
              <a:spcAft>
                <a:spcPts val="0"/>
              </a:spcAft>
              <a:buSzPts val="12000"/>
              <a:buNone/>
              <a:defRPr sz="12000"/>
            </a:lvl5pPr>
            <a:lvl6pPr lvl="5" algn="l">
              <a:lnSpc>
                <a:spcPct val="100000"/>
              </a:lnSpc>
              <a:spcBef>
                <a:spcPts val="0"/>
              </a:spcBef>
              <a:spcAft>
                <a:spcPts val="0"/>
              </a:spcAft>
              <a:buSzPts val="12000"/>
              <a:buNone/>
              <a:defRPr sz="12000"/>
            </a:lvl6pPr>
            <a:lvl7pPr lvl="6" algn="l">
              <a:lnSpc>
                <a:spcPct val="100000"/>
              </a:lnSpc>
              <a:spcBef>
                <a:spcPts val="0"/>
              </a:spcBef>
              <a:spcAft>
                <a:spcPts val="0"/>
              </a:spcAft>
              <a:buSzPts val="12000"/>
              <a:buNone/>
              <a:defRPr sz="12000"/>
            </a:lvl7pPr>
            <a:lvl8pPr lvl="7" algn="l">
              <a:lnSpc>
                <a:spcPct val="100000"/>
              </a:lnSpc>
              <a:spcBef>
                <a:spcPts val="0"/>
              </a:spcBef>
              <a:spcAft>
                <a:spcPts val="0"/>
              </a:spcAft>
              <a:buSzPts val="12000"/>
              <a:buNone/>
              <a:defRPr sz="12000"/>
            </a:lvl8pPr>
            <a:lvl9pPr lvl="8" algn="l">
              <a:lnSpc>
                <a:spcPct val="100000"/>
              </a:lnSpc>
              <a:spcBef>
                <a:spcPts val="0"/>
              </a:spcBef>
              <a:spcAft>
                <a:spcPts val="0"/>
              </a:spcAft>
              <a:buSzPts val="12000"/>
              <a:buNone/>
              <a:defRPr sz="12000"/>
            </a:lvl9pPr>
          </a:lstStyle>
          <a:p>
            <a:r>
              <a:t>xx%</a:t>
            </a:r>
          </a:p>
        </p:txBody>
      </p:sp>
      <p:sp>
        <p:nvSpPr>
          <p:cNvPr id="127" name="Google Shape;127;p23"/>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128" name="Google Shape;128;p2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9pPr>
          </a:lstStyle>
          <a:p>
            <a:pPr indent="0" lvl="0" marL="0" rtl="0" algn="r">
              <a:spcBef>
                <a:spcPts val="0"/>
              </a:spcBef>
              <a:spcAft>
                <a:spcPts val="0"/>
              </a:spcAft>
              <a:buNone/>
            </a:pPr>
            <a:fld id="{00000000-1234-1234-1234-123412341234}" type="slidenum">
              <a:rPr lang="en"/>
              <a:t>‹#›</a:t>
            </a:fld>
            <a:endParaRPr/>
          </a:p>
        </p:txBody>
      </p:sp>
      <p:sp>
        <p:nvSpPr>
          <p:cNvPr id="129" name="Google Shape;129;p23"/>
          <p:cNvSpPr txBox="1"/>
          <p:nvPr/>
        </p:nvSpPr>
        <p:spPr>
          <a:xfrm>
            <a:off x="311700" y="4669825"/>
            <a:ext cx="8282400" cy="3804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900"/>
              <a:buFont typeface="Arial"/>
              <a:buNone/>
            </a:pPr>
            <a:r>
              <a:rPr b="0" i="0" lang="en" sz="900" u="none" cap="none" strike="noStrike">
                <a:solidFill>
                  <a:schemeClr val="dk2"/>
                </a:solidFill>
                <a:latin typeface="Source Code Pro"/>
                <a:ea typeface="Source Code Pro"/>
                <a:cs typeface="Source Code Pro"/>
                <a:sym typeface="Source Code Pro"/>
              </a:rPr>
              <a:t>The Complete Prompt Engineering for AI Bootcamp</a:t>
            </a:r>
            <a:endParaRPr b="0" i="0" sz="900" u="none" cap="none" strike="noStrike">
              <a:solidFill>
                <a:schemeClr val="dk2"/>
              </a:solidFill>
              <a:latin typeface="Source Code Pro"/>
              <a:ea typeface="Source Code Pro"/>
              <a:cs typeface="Source Code Pro"/>
              <a:sym typeface="Source Code Pro"/>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30" name="Shape 130"/>
        <p:cNvGrpSpPr/>
        <p:nvPr/>
      </p:nvGrpSpPr>
      <p:grpSpPr>
        <a:xfrm>
          <a:off x="0" y="0"/>
          <a:ext cx="0" cy="0"/>
          <a:chOff x="0" y="0"/>
          <a:chExt cx="0" cy="0"/>
        </a:xfrm>
      </p:grpSpPr>
      <p:sp>
        <p:nvSpPr>
          <p:cNvPr id="131" name="Google Shape;131;p2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9pPr>
          </a:lstStyle>
          <a:p>
            <a:pPr indent="0" lvl="0" marL="0" rtl="0" algn="r">
              <a:spcBef>
                <a:spcPts val="0"/>
              </a:spcBef>
              <a:spcAft>
                <a:spcPts val="0"/>
              </a:spcAft>
              <a:buNone/>
            </a:pPr>
            <a:fld id="{00000000-1234-1234-1234-123412341234}" type="slidenum">
              <a:rPr lang="en"/>
              <a:t>‹#›</a:t>
            </a:fld>
            <a:endParaRPr/>
          </a:p>
        </p:txBody>
      </p:sp>
      <p:sp>
        <p:nvSpPr>
          <p:cNvPr id="132" name="Google Shape;132;p24"/>
          <p:cNvSpPr txBox="1"/>
          <p:nvPr/>
        </p:nvSpPr>
        <p:spPr>
          <a:xfrm>
            <a:off x="311700" y="4669825"/>
            <a:ext cx="8282400" cy="3804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900"/>
              <a:buFont typeface="Arial"/>
              <a:buNone/>
            </a:pPr>
            <a:r>
              <a:rPr b="0" i="0" lang="en" sz="900" u="none" cap="none" strike="noStrike">
                <a:solidFill>
                  <a:schemeClr val="dk2"/>
                </a:solidFill>
                <a:latin typeface="Source Code Pro"/>
                <a:ea typeface="Source Code Pro"/>
                <a:cs typeface="Source Code Pro"/>
                <a:sym typeface="Source Code Pro"/>
              </a:rPr>
              <a:t>The Complete Prompt Engineering for AI Bootcamp</a:t>
            </a:r>
            <a:endParaRPr b="0" i="0" sz="900" u="none" cap="none" strike="noStrike">
              <a:solidFill>
                <a:schemeClr val="dk2"/>
              </a:solidFill>
              <a:latin typeface="Source Code Pro"/>
              <a:ea typeface="Source Code Pro"/>
              <a:cs typeface="Source Code Pro"/>
              <a:sym typeface="Source Code Pro"/>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9" Type="http://schemas.openxmlformats.org/officeDocument/2006/relationships/slideLayout" Target="../slideLayouts/slideLayout20.xml"/><Relationship Id="rId10" Type="http://schemas.openxmlformats.org/officeDocument/2006/relationships/slideLayout" Target="../slideLayouts/slideLayout21.xml"/><Relationship Id="rId11" Type="http://schemas.openxmlformats.org/officeDocument/2006/relationships/slideLayout" Target="../slideLayouts/slideLayout22.xml"/><Relationship Id="rId12"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modern-writer">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372500"/>
            <a:ext cx="8520600" cy="733500"/>
          </a:xfrm>
          <a:prstGeom prst="rect">
            <a:avLst/>
          </a:prstGeom>
          <a:noFill/>
          <a:ln>
            <a:noFill/>
          </a:ln>
        </p:spPr>
        <p:txBody>
          <a:bodyPr anchorCtr="0" anchor="b" bIns="91425" lIns="91425" spcFirstLastPara="1" rIns="91425" wrap="square" tIns="91425">
            <a:normAutofit/>
          </a:bodyPr>
          <a:lstStyle>
            <a:lvl1pPr lvl="0">
              <a:spcBef>
                <a:spcPts val="0"/>
              </a:spcBef>
              <a:spcAft>
                <a:spcPts val="0"/>
              </a:spcAft>
              <a:buClr>
                <a:schemeClr val="dk2"/>
              </a:buClr>
              <a:buSzPts val="3000"/>
              <a:buFont typeface="Oswald"/>
              <a:buNone/>
              <a:defRPr sz="3000">
                <a:solidFill>
                  <a:schemeClr val="dk2"/>
                </a:solidFill>
                <a:latin typeface="Oswald"/>
                <a:ea typeface="Oswald"/>
                <a:cs typeface="Oswald"/>
                <a:sym typeface="Oswald"/>
              </a:defRPr>
            </a:lvl1pPr>
            <a:lvl2pPr lvl="1">
              <a:spcBef>
                <a:spcPts val="0"/>
              </a:spcBef>
              <a:spcAft>
                <a:spcPts val="0"/>
              </a:spcAft>
              <a:buClr>
                <a:schemeClr val="dk2"/>
              </a:buClr>
              <a:buSzPts val="3000"/>
              <a:buFont typeface="Oswald"/>
              <a:buNone/>
              <a:defRPr sz="3000">
                <a:solidFill>
                  <a:schemeClr val="dk2"/>
                </a:solidFill>
                <a:latin typeface="Oswald"/>
                <a:ea typeface="Oswald"/>
                <a:cs typeface="Oswald"/>
                <a:sym typeface="Oswald"/>
              </a:defRPr>
            </a:lvl2pPr>
            <a:lvl3pPr lvl="2">
              <a:spcBef>
                <a:spcPts val="0"/>
              </a:spcBef>
              <a:spcAft>
                <a:spcPts val="0"/>
              </a:spcAft>
              <a:buClr>
                <a:schemeClr val="dk2"/>
              </a:buClr>
              <a:buSzPts val="3000"/>
              <a:buFont typeface="Oswald"/>
              <a:buNone/>
              <a:defRPr sz="3000">
                <a:solidFill>
                  <a:schemeClr val="dk2"/>
                </a:solidFill>
                <a:latin typeface="Oswald"/>
                <a:ea typeface="Oswald"/>
                <a:cs typeface="Oswald"/>
                <a:sym typeface="Oswald"/>
              </a:defRPr>
            </a:lvl3pPr>
            <a:lvl4pPr lvl="3">
              <a:spcBef>
                <a:spcPts val="0"/>
              </a:spcBef>
              <a:spcAft>
                <a:spcPts val="0"/>
              </a:spcAft>
              <a:buClr>
                <a:schemeClr val="dk2"/>
              </a:buClr>
              <a:buSzPts val="3000"/>
              <a:buFont typeface="Oswald"/>
              <a:buNone/>
              <a:defRPr sz="3000">
                <a:solidFill>
                  <a:schemeClr val="dk2"/>
                </a:solidFill>
                <a:latin typeface="Oswald"/>
                <a:ea typeface="Oswald"/>
                <a:cs typeface="Oswald"/>
                <a:sym typeface="Oswald"/>
              </a:defRPr>
            </a:lvl4pPr>
            <a:lvl5pPr lvl="4">
              <a:spcBef>
                <a:spcPts val="0"/>
              </a:spcBef>
              <a:spcAft>
                <a:spcPts val="0"/>
              </a:spcAft>
              <a:buClr>
                <a:schemeClr val="dk2"/>
              </a:buClr>
              <a:buSzPts val="3000"/>
              <a:buFont typeface="Oswald"/>
              <a:buNone/>
              <a:defRPr sz="3000">
                <a:solidFill>
                  <a:schemeClr val="dk2"/>
                </a:solidFill>
                <a:latin typeface="Oswald"/>
                <a:ea typeface="Oswald"/>
                <a:cs typeface="Oswald"/>
                <a:sym typeface="Oswald"/>
              </a:defRPr>
            </a:lvl5pPr>
            <a:lvl6pPr lvl="5">
              <a:spcBef>
                <a:spcPts val="0"/>
              </a:spcBef>
              <a:spcAft>
                <a:spcPts val="0"/>
              </a:spcAft>
              <a:buClr>
                <a:schemeClr val="dk2"/>
              </a:buClr>
              <a:buSzPts val="3000"/>
              <a:buFont typeface="Oswald"/>
              <a:buNone/>
              <a:defRPr sz="3000">
                <a:solidFill>
                  <a:schemeClr val="dk2"/>
                </a:solidFill>
                <a:latin typeface="Oswald"/>
                <a:ea typeface="Oswald"/>
                <a:cs typeface="Oswald"/>
                <a:sym typeface="Oswald"/>
              </a:defRPr>
            </a:lvl6pPr>
            <a:lvl7pPr lvl="6">
              <a:spcBef>
                <a:spcPts val="0"/>
              </a:spcBef>
              <a:spcAft>
                <a:spcPts val="0"/>
              </a:spcAft>
              <a:buClr>
                <a:schemeClr val="dk2"/>
              </a:buClr>
              <a:buSzPts val="3000"/>
              <a:buFont typeface="Oswald"/>
              <a:buNone/>
              <a:defRPr sz="3000">
                <a:solidFill>
                  <a:schemeClr val="dk2"/>
                </a:solidFill>
                <a:latin typeface="Oswald"/>
                <a:ea typeface="Oswald"/>
                <a:cs typeface="Oswald"/>
                <a:sym typeface="Oswald"/>
              </a:defRPr>
            </a:lvl7pPr>
            <a:lvl8pPr lvl="7">
              <a:spcBef>
                <a:spcPts val="0"/>
              </a:spcBef>
              <a:spcAft>
                <a:spcPts val="0"/>
              </a:spcAft>
              <a:buClr>
                <a:schemeClr val="dk2"/>
              </a:buClr>
              <a:buSzPts val="3000"/>
              <a:buFont typeface="Oswald"/>
              <a:buNone/>
              <a:defRPr sz="3000">
                <a:solidFill>
                  <a:schemeClr val="dk2"/>
                </a:solidFill>
                <a:latin typeface="Oswald"/>
                <a:ea typeface="Oswald"/>
                <a:cs typeface="Oswald"/>
                <a:sym typeface="Oswald"/>
              </a:defRPr>
            </a:lvl8pPr>
            <a:lvl9pPr lvl="8">
              <a:spcBef>
                <a:spcPts val="0"/>
              </a:spcBef>
              <a:spcAft>
                <a:spcPts val="0"/>
              </a:spcAft>
              <a:buClr>
                <a:schemeClr val="dk2"/>
              </a:buClr>
              <a:buSzPts val="3000"/>
              <a:buFont typeface="Oswald"/>
              <a:buNone/>
              <a:defRPr sz="3000">
                <a:solidFill>
                  <a:schemeClr val="dk2"/>
                </a:solidFill>
                <a:latin typeface="Oswald"/>
                <a:ea typeface="Oswald"/>
                <a:cs typeface="Oswald"/>
                <a:sym typeface="Oswald"/>
              </a:defRPr>
            </a:lvl9pPr>
          </a:lstStyle>
          <a:p/>
        </p:txBody>
      </p:sp>
      <p:sp>
        <p:nvSpPr>
          <p:cNvPr id="7" name="Google Shape;7;p1"/>
          <p:cNvSpPr txBox="1"/>
          <p:nvPr>
            <p:ph idx="1" type="body"/>
          </p:nvPr>
        </p:nvSpPr>
        <p:spPr>
          <a:xfrm>
            <a:off x="311700" y="1468825"/>
            <a:ext cx="8520600" cy="30999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Font typeface="Source Code Pro"/>
              <a:buChar char="●"/>
              <a:defRPr sz="1800">
                <a:solidFill>
                  <a:schemeClr val="dk2"/>
                </a:solidFill>
                <a:latin typeface="Source Code Pro"/>
                <a:ea typeface="Source Code Pro"/>
                <a:cs typeface="Source Code Pro"/>
                <a:sym typeface="Source Code Pro"/>
              </a:defRPr>
            </a:lvl1pPr>
            <a:lvl2pPr indent="-317500" lvl="1" marL="9144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2pPr>
            <a:lvl3pPr indent="-317500" lvl="2" marL="13716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3pPr>
            <a:lvl4pPr indent="-317500" lvl="3" marL="18288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4pPr>
            <a:lvl5pPr indent="-317500" lvl="4" marL="22860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5pPr>
            <a:lvl6pPr indent="-317500" lvl="5" marL="27432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6pPr>
            <a:lvl7pPr indent="-317500" lvl="6" marL="32004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7pPr>
            <a:lvl8pPr indent="-317500" lvl="7" marL="36576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8pPr>
            <a:lvl9pPr indent="-317500" lvl="8" marL="41148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latin typeface="Source Code Pro"/>
                <a:ea typeface="Source Code Pro"/>
                <a:cs typeface="Source Code Pro"/>
                <a:sym typeface="Source Code Pro"/>
              </a:defRPr>
            </a:lvl1pPr>
            <a:lvl2pPr lvl="1" algn="r">
              <a:buNone/>
              <a:defRPr sz="1000">
                <a:solidFill>
                  <a:schemeClr val="dk2"/>
                </a:solidFill>
                <a:latin typeface="Source Code Pro"/>
                <a:ea typeface="Source Code Pro"/>
                <a:cs typeface="Source Code Pro"/>
                <a:sym typeface="Source Code Pro"/>
              </a:defRPr>
            </a:lvl2pPr>
            <a:lvl3pPr lvl="2" algn="r">
              <a:buNone/>
              <a:defRPr sz="1000">
                <a:solidFill>
                  <a:schemeClr val="dk2"/>
                </a:solidFill>
                <a:latin typeface="Source Code Pro"/>
                <a:ea typeface="Source Code Pro"/>
                <a:cs typeface="Source Code Pro"/>
                <a:sym typeface="Source Code Pro"/>
              </a:defRPr>
            </a:lvl3pPr>
            <a:lvl4pPr lvl="3" algn="r">
              <a:buNone/>
              <a:defRPr sz="1000">
                <a:solidFill>
                  <a:schemeClr val="dk2"/>
                </a:solidFill>
                <a:latin typeface="Source Code Pro"/>
                <a:ea typeface="Source Code Pro"/>
                <a:cs typeface="Source Code Pro"/>
                <a:sym typeface="Source Code Pro"/>
              </a:defRPr>
            </a:lvl4pPr>
            <a:lvl5pPr lvl="4" algn="r">
              <a:buNone/>
              <a:defRPr sz="1000">
                <a:solidFill>
                  <a:schemeClr val="dk2"/>
                </a:solidFill>
                <a:latin typeface="Source Code Pro"/>
                <a:ea typeface="Source Code Pro"/>
                <a:cs typeface="Source Code Pro"/>
                <a:sym typeface="Source Code Pro"/>
              </a:defRPr>
            </a:lvl5pPr>
            <a:lvl6pPr lvl="5" algn="r">
              <a:buNone/>
              <a:defRPr sz="1000">
                <a:solidFill>
                  <a:schemeClr val="dk2"/>
                </a:solidFill>
                <a:latin typeface="Source Code Pro"/>
                <a:ea typeface="Source Code Pro"/>
                <a:cs typeface="Source Code Pro"/>
                <a:sym typeface="Source Code Pro"/>
              </a:defRPr>
            </a:lvl6pPr>
            <a:lvl7pPr lvl="6" algn="r">
              <a:buNone/>
              <a:defRPr sz="1000">
                <a:solidFill>
                  <a:schemeClr val="dk2"/>
                </a:solidFill>
                <a:latin typeface="Source Code Pro"/>
                <a:ea typeface="Source Code Pro"/>
                <a:cs typeface="Source Code Pro"/>
                <a:sym typeface="Source Code Pro"/>
              </a:defRPr>
            </a:lvl7pPr>
            <a:lvl8pPr lvl="7" algn="r">
              <a:buNone/>
              <a:defRPr sz="1000">
                <a:solidFill>
                  <a:schemeClr val="dk2"/>
                </a:solidFill>
                <a:latin typeface="Source Code Pro"/>
                <a:ea typeface="Source Code Pro"/>
                <a:cs typeface="Source Code Pro"/>
                <a:sym typeface="Source Code Pro"/>
              </a:defRPr>
            </a:lvl8pPr>
            <a:lvl9pPr lvl="8" algn="r">
              <a:buNone/>
              <a:defRPr sz="1000">
                <a:solidFill>
                  <a:schemeClr val="dk2"/>
                </a:solidFill>
                <a:latin typeface="Source Code Pro"/>
                <a:ea typeface="Source Code Pro"/>
                <a:cs typeface="Source Code Pro"/>
                <a:sym typeface="Source Code Pr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modern-writer">
    <p:bg>
      <p:bgPr>
        <a:solidFill>
          <a:schemeClr val="lt1"/>
        </a:solidFill>
      </p:bgPr>
    </p:bg>
    <p:spTree>
      <p:nvGrpSpPr>
        <p:cNvPr id="69" name="Shape 69"/>
        <p:cNvGrpSpPr/>
        <p:nvPr/>
      </p:nvGrpSpPr>
      <p:grpSpPr>
        <a:xfrm>
          <a:off x="0" y="0"/>
          <a:ext cx="0" cy="0"/>
          <a:chOff x="0" y="0"/>
          <a:chExt cx="0" cy="0"/>
        </a:xfrm>
      </p:grpSpPr>
      <p:sp>
        <p:nvSpPr>
          <p:cNvPr id="70" name="Google Shape;70;p13"/>
          <p:cNvSpPr txBox="1"/>
          <p:nvPr>
            <p:ph type="title"/>
          </p:nvPr>
        </p:nvSpPr>
        <p:spPr>
          <a:xfrm>
            <a:off x="311700" y="372500"/>
            <a:ext cx="8520600" cy="733500"/>
          </a:xfrm>
          <a:prstGeom prst="rect">
            <a:avLst/>
          </a:prstGeom>
          <a:noFill/>
          <a:ln>
            <a:noFill/>
          </a:ln>
        </p:spPr>
        <p:txBody>
          <a:bodyPr anchorCtr="0" anchor="b" bIns="91425" lIns="91425" spcFirstLastPara="1" rIns="91425" wrap="square" tIns="91425">
            <a:normAutofit/>
          </a:bodyPr>
          <a:lstStyle>
            <a:lvl1pPr lvl="0" marR="0" rtl="0" algn="l">
              <a:lnSpc>
                <a:spcPct val="100000"/>
              </a:lnSpc>
              <a:spcBef>
                <a:spcPts val="0"/>
              </a:spcBef>
              <a:spcAft>
                <a:spcPts val="0"/>
              </a:spcAft>
              <a:buClr>
                <a:schemeClr val="dk2"/>
              </a:buClr>
              <a:buSzPts val="3000"/>
              <a:buFont typeface="Oswald"/>
              <a:buNone/>
              <a:defRPr b="0" i="0" sz="3000" u="none" cap="none" strike="noStrike">
                <a:solidFill>
                  <a:schemeClr val="dk2"/>
                </a:solidFill>
                <a:latin typeface="Oswald"/>
                <a:ea typeface="Oswald"/>
                <a:cs typeface="Oswald"/>
                <a:sym typeface="Oswald"/>
              </a:defRPr>
            </a:lvl1pPr>
            <a:lvl2pPr lvl="1" marR="0" rtl="0" algn="l">
              <a:lnSpc>
                <a:spcPct val="100000"/>
              </a:lnSpc>
              <a:spcBef>
                <a:spcPts val="0"/>
              </a:spcBef>
              <a:spcAft>
                <a:spcPts val="0"/>
              </a:spcAft>
              <a:buClr>
                <a:schemeClr val="dk2"/>
              </a:buClr>
              <a:buSzPts val="3000"/>
              <a:buFont typeface="Oswald"/>
              <a:buNone/>
              <a:defRPr b="0" i="0" sz="3000" u="none" cap="none" strike="noStrike">
                <a:solidFill>
                  <a:schemeClr val="dk2"/>
                </a:solidFill>
                <a:latin typeface="Oswald"/>
                <a:ea typeface="Oswald"/>
                <a:cs typeface="Oswald"/>
                <a:sym typeface="Oswald"/>
              </a:defRPr>
            </a:lvl2pPr>
            <a:lvl3pPr lvl="2" marR="0" rtl="0" algn="l">
              <a:lnSpc>
                <a:spcPct val="100000"/>
              </a:lnSpc>
              <a:spcBef>
                <a:spcPts val="0"/>
              </a:spcBef>
              <a:spcAft>
                <a:spcPts val="0"/>
              </a:spcAft>
              <a:buClr>
                <a:schemeClr val="dk2"/>
              </a:buClr>
              <a:buSzPts val="3000"/>
              <a:buFont typeface="Oswald"/>
              <a:buNone/>
              <a:defRPr b="0" i="0" sz="3000" u="none" cap="none" strike="noStrike">
                <a:solidFill>
                  <a:schemeClr val="dk2"/>
                </a:solidFill>
                <a:latin typeface="Oswald"/>
                <a:ea typeface="Oswald"/>
                <a:cs typeface="Oswald"/>
                <a:sym typeface="Oswald"/>
              </a:defRPr>
            </a:lvl3pPr>
            <a:lvl4pPr lvl="3" marR="0" rtl="0" algn="l">
              <a:lnSpc>
                <a:spcPct val="100000"/>
              </a:lnSpc>
              <a:spcBef>
                <a:spcPts val="0"/>
              </a:spcBef>
              <a:spcAft>
                <a:spcPts val="0"/>
              </a:spcAft>
              <a:buClr>
                <a:schemeClr val="dk2"/>
              </a:buClr>
              <a:buSzPts val="3000"/>
              <a:buFont typeface="Oswald"/>
              <a:buNone/>
              <a:defRPr b="0" i="0" sz="3000" u="none" cap="none" strike="noStrike">
                <a:solidFill>
                  <a:schemeClr val="dk2"/>
                </a:solidFill>
                <a:latin typeface="Oswald"/>
                <a:ea typeface="Oswald"/>
                <a:cs typeface="Oswald"/>
                <a:sym typeface="Oswald"/>
              </a:defRPr>
            </a:lvl4pPr>
            <a:lvl5pPr lvl="4" marR="0" rtl="0" algn="l">
              <a:lnSpc>
                <a:spcPct val="100000"/>
              </a:lnSpc>
              <a:spcBef>
                <a:spcPts val="0"/>
              </a:spcBef>
              <a:spcAft>
                <a:spcPts val="0"/>
              </a:spcAft>
              <a:buClr>
                <a:schemeClr val="dk2"/>
              </a:buClr>
              <a:buSzPts val="3000"/>
              <a:buFont typeface="Oswald"/>
              <a:buNone/>
              <a:defRPr b="0" i="0" sz="3000" u="none" cap="none" strike="noStrike">
                <a:solidFill>
                  <a:schemeClr val="dk2"/>
                </a:solidFill>
                <a:latin typeface="Oswald"/>
                <a:ea typeface="Oswald"/>
                <a:cs typeface="Oswald"/>
                <a:sym typeface="Oswald"/>
              </a:defRPr>
            </a:lvl5pPr>
            <a:lvl6pPr lvl="5" marR="0" rtl="0" algn="l">
              <a:lnSpc>
                <a:spcPct val="100000"/>
              </a:lnSpc>
              <a:spcBef>
                <a:spcPts val="0"/>
              </a:spcBef>
              <a:spcAft>
                <a:spcPts val="0"/>
              </a:spcAft>
              <a:buClr>
                <a:schemeClr val="dk2"/>
              </a:buClr>
              <a:buSzPts val="3000"/>
              <a:buFont typeface="Oswald"/>
              <a:buNone/>
              <a:defRPr b="0" i="0" sz="3000" u="none" cap="none" strike="noStrike">
                <a:solidFill>
                  <a:schemeClr val="dk2"/>
                </a:solidFill>
                <a:latin typeface="Oswald"/>
                <a:ea typeface="Oswald"/>
                <a:cs typeface="Oswald"/>
                <a:sym typeface="Oswald"/>
              </a:defRPr>
            </a:lvl6pPr>
            <a:lvl7pPr lvl="6" marR="0" rtl="0" algn="l">
              <a:lnSpc>
                <a:spcPct val="100000"/>
              </a:lnSpc>
              <a:spcBef>
                <a:spcPts val="0"/>
              </a:spcBef>
              <a:spcAft>
                <a:spcPts val="0"/>
              </a:spcAft>
              <a:buClr>
                <a:schemeClr val="dk2"/>
              </a:buClr>
              <a:buSzPts val="3000"/>
              <a:buFont typeface="Oswald"/>
              <a:buNone/>
              <a:defRPr b="0" i="0" sz="3000" u="none" cap="none" strike="noStrike">
                <a:solidFill>
                  <a:schemeClr val="dk2"/>
                </a:solidFill>
                <a:latin typeface="Oswald"/>
                <a:ea typeface="Oswald"/>
                <a:cs typeface="Oswald"/>
                <a:sym typeface="Oswald"/>
              </a:defRPr>
            </a:lvl7pPr>
            <a:lvl8pPr lvl="7" marR="0" rtl="0" algn="l">
              <a:lnSpc>
                <a:spcPct val="100000"/>
              </a:lnSpc>
              <a:spcBef>
                <a:spcPts val="0"/>
              </a:spcBef>
              <a:spcAft>
                <a:spcPts val="0"/>
              </a:spcAft>
              <a:buClr>
                <a:schemeClr val="dk2"/>
              </a:buClr>
              <a:buSzPts val="3000"/>
              <a:buFont typeface="Oswald"/>
              <a:buNone/>
              <a:defRPr b="0" i="0" sz="3000" u="none" cap="none" strike="noStrike">
                <a:solidFill>
                  <a:schemeClr val="dk2"/>
                </a:solidFill>
                <a:latin typeface="Oswald"/>
                <a:ea typeface="Oswald"/>
                <a:cs typeface="Oswald"/>
                <a:sym typeface="Oswald"/>
              </a:defRPr>
            </a:lvl8pPr>
            <a:lvl9pPr lvl="8" marR="0" rtl="0" algn="l">
              <a:lnSpc>
                <a:spcPct val="100000"/>
              </a:lnSpc>
              <a:spcBef>
                <a:spcPts val="0"/>
              </a:spcBef>
              <a:spcAft>
                <a:spcPts val="0"/>
              </a:spcAft>
              <a:buClr>
                <a:schemeClr val="dk2"/>
              </a:buClr>
              <a:buSzPts val="3000"/>
              <a:buFont typeface="Oswald"/>
              <a:buNone/>
              <a:defRPr b="0" i="0" sz="3000" u="none" cap="none" strike="noStrike">
                <a:solidFill>
                  <a:schemeClr val="dk2"/>
                </a:solidFill>
                <a:latin typeface="Oswald"/>
                <a:ea typeface="Oswald"/>
                <a:cs typeface="Oswald"/>
                <a:sym typeface="Oswald"/>
              </a:defRPr>
            </a:lvl9pPr>
          </a:lstStyle>
          <a:p/>
        </p:txBody>
      </p:sp>
      <p:sp>
        <p:nvSpPr>
          <p:cNvPr id="71" name="Google Shape;71;p13"/>
          <p:cNvSpPr txBox="1"/>
          <p:nvPr>
            <p:ph idx="1" type="body"/>
          </p:nvPr>
        </p:nvSpPr>
        <p:spPr>
          <a:xfrm>
            <a:off x="311700" y="1468825"/>
            <a:ext cx="8520600" cy="30999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Source Code Pro"/>
              <a:buChar char="●"/>
              <a:defRPr b="0" i="0" sz="1800" u="none" cap="none" strike="noStrike">
                <a:solidFill>
                  <a:schemeClr val="dk2"/>
                </a:solidFill>
                <a:latin typeface="Source Code Pro"/>
                <a:ea typeface="Source Code Pro"/>
                <a:cs typeface="Source Code Pro"/>
                <a:sym typeface="Source Code Pro"/>
              </a:defRPr>
            </a:lvl1pPr>
            <a:lvl2pPr indent="-317500" lvl="1" marL="914400" marR="0" rtl="0" algn="l">
              <a:lnSpc>
                <a:spcPct val="115000"/>
              </a:lnSpc>
              <a:spcBef>
                <a:spcPts val="0"/>
              </a:spcBef>
              <a:spcAft>
                <a:spcPts val="0"/>
              </a:spcAft>
              <a:buClr>
                <a:schemeClr val="dk2"/>
              </a:buClr>
              <a:buSzPts val="1400"/>
              <a:buFont typeface="Source Code Pro"/>
              <a:buChar char="○"/>
              <a:defRPr b="0" i="0" sz="1400" u="none" cap="none" strike="noStrike">
                <a:solidFill>
                  <a:schemeClr val="dk2"/>
                </a:solidFill>
                <a:latin typeface="Source Code Pro"/>
                <a:ea typeface="Source Code Pro"/>
                <a:cs typeface="Source Code Pro"/>
                <a:sym typeface="Source Code Pro"/>
              </a:defRPr>
            </a:lvl2pPr>
            <a:lvl3pPr indent="-317500" lvl="2" marL="1371600" marR="0" rtl="0" algn="l">
              <a:lnSpc>
                <a:spcPct val="115000"/>
              </a:lnSpc>
              <a:spcBef>
                <a:spcPts val="0"/>
              </a:spcBef>
              <a:spcAft>
                <a:spcPts val="0"/>
              </a:spcAft>
              <a:buClr>
                <a:schemeClr val="dk2"/>
              </a:buClr>
              <a:buSzPts val="1400"/>
              <a:buFont typeface="Source Code Pro"/>
              <a:buChar char="■"/>
              <a:defRPr b="0" i="0" sz="1400" u="none" cap="none" strike="noStrike">
                <a:solidFill>
                  <a:schemeClr val="dk2"/>
                </a:solidFill>
                <a:latin typeface="Source Code Pro"/>
                <a:ea typeface="Source Code Pro"/>
                <a:cs typeface="Source Code Pro"/>
                <a:sym typeface="Source Code Pro"/>
              </a:defRPr>
            </a:lvl3pPr>
            <a:lvl4pPr indent="-317500" lvl="3" marL="1828800" marR="0" rtl="0" algn="l">
              <a:lnSpc>
                <a:spcPct val="115000"/>
              </a:lnSpc>
              <a:spcBef>
                <a:spcPts val="0"/>
              </a:spcBef>
              <a:spcAft>
                <a:spcPts val="0"/>
              </a:spcAft>
              <a:buClr>
                <a:schemeClr val="dk2"/>
              </a:buClr>
              <a:buSzPts val="1400"/>
              <a:buFont typeface="Source Code Pro"/>
              <a:buChar char="●"/>
              <a:defRPr b="0" i="0" sz="1400" u="none" cap="none" strike="noStrike">
                <a:solidFill>
                  <a:schemeClr val="dk2"/>
                </a:solidFill>
                <a:latin typeface="Source Code Pro"/>
                <a:ea typeface="Source Code Pro"/>
                <a:cs typeface="Source Code Pro"/>
                <a:sym typeface="Source Code Pro"/>
              </a:defRPr>
            </a:lvl4pPr>
            <a:lvl5pPr indent="-317500" lvl="4" marL="2286000" marR="0" rtl="0" algn="l">
              <a:lnSpc>
                <a:spcPct val="115000"/>
              </a:lnSpc>
              <a:spcBef>
                <a:spcPts val="0"/>
              </a:spcBef>
              <a:spcAft>
                <a:spcPts val="0"/>
              </a:spcAft>
              <a:buClr>
                <a:schemeClr val="dk2"/>
              </a:buClr>
              <a:buSzPts val="1400"/>
              <a:buFont typeface="Source Code Pro"/>
              <a:buChar char="○"/>
              <a:defRPr b="0" i="0" sz="1400" u="none" cap="none" strike="noStrike">
                <a:solidFill>
                  <a:schemeClr val="dk2"/>
                </a:solidFill>
                <a:latin typeface="Source Code Pro"/>
                <a:ea typeface="Source Code Pro"/>
                <a:cs typeface="Source Code Pro"/>
                <a:sym typeface="Source Code Pro"/>
              </a:defRPr>
            </a:lvl5pPr>
            <a:lvl6pPr indent="-317500" lvl="5" marL="2743200" marR="0" rtl="0" algn="l">
              <a:lnSpc>
                <a:spcPct val="115000"/>
              </a:lnSpc>
              <a:spcBef>
                <a:spcPts val="0"/>
              </a:spcBef>
              <a:spcAft>
                <a:spcPts val="0"/>
              </a:spcAft>
              <a:buClr>
                <a:schemeClr val="dk2"/>
              </a:buClr>
              <a:buSzPts val="1400"/>
              <a:buFont typeface="Source Code Pro"/>
              <a:buChar char="■"/>
              <a:defRPr b="0" i="0" sz="1400" u="none" cap="none" strike="noStrike">
                <a:solidFill>
                  <a:schemeClr val="dk2"/>
                </a:solidFill>
                <a:latin typeface="Source Code Pro"/>
                <a:ea typeface="Source Code Pro"/>
                <a:cs typeface="Source Code Pro"/>
                <a:sym typeface="Source Code Pro"/>
              </a:defRPr>
            </a:lvl6pPr>
            <a:lvl7pPr indent="-317500" lvl="6" marL="3200400" marR="0" rtl="0" algn="l">
              <a:lnSpc>
                <a:spcPct val="115000"/>
              </a:lnSpc>
              <a:spcBef>
                <a:spcPts val="0"/>
              </a:spcBef>
              <a:spcAft>
                <a:spcPts val="0"/>
              </a:spcAft>
              <a:buClr>
                <a:schemeClr val="dk2"/>
              </a:buClr>
              <a:buSzPts val="1400"/>
              <a:buFont typeface="Source Code Pro"/>
              <a:buChar char="●"/>
              <a:defRPr b="0" i="0" sz="1400" u="none" cap="none" strike="noStrike">
                <a:solidFill>
                  <a:schemeClr val="dk2"/>
                </a:solidFill>
                <a:latin typeface="Source Code Pro"/>
                <a:ea typeface="Source Code Pro"/>
                <a:cs typeface="Source Code Pro"/>
                <a:sym typeface="Source Code Pro"/>
              </a:defRPr>
            </a:lvl7pPr>
            <a:lvl8pPr indent="-317500" lvl="7" marL="3657600" marR="0" rtl="0" algn="l">
              <a:lnSpc>
                <a:spcPct val="115000"/>
              </a:lnSpc>
              <a:spcBef>
                <a:spcPts val="0"/>
              </a:spcBef>
              <a:spcAft>
                <a:spcPts val="0"/>
              </a:spcAft>
              <a:buClr>
                <a:schemeClr val="dk2"/>
              </a:buClr>
              <a:buSzPts val="1400"/>
              <a:buFont typeface="Source Code Pro"/>
              <a:buChar char="○"/>
              <a:defRPr b="0" i="0" sz="1400" u="none" cap="none" strike="noStrike">
                <a:solidFill>
                  <a:schemeClr val="dk2"/>
                </a:solidFill>
                <a:latin typeface="Source Code Pro"/>
                <a:ea typeface="Source Code Pro"/>
                <a:cs typeface="Source Code Pro"/>
                <a:sym typeface="Source Code Pro"/>
              </a:defRPr>
            </a:lvl8pPr>
            <a:lvl9pPr indent="-317500" lvl="8" marL="4114800" marR="0" rtl="0" algn="l">
              <a:lnSpc>
                <a:spcPct val="115000"/>
              </a:lnSpc>
              <a:spcBef>
                <a:spcPts val="0"/>
              </a:spcBef>
              <a:spcAft>
                <a:spcPts val="0"/>
              </a:spcAft>
              <a:buClr>
                <a:schemeClr val="dk2"/>
              </a:buClr>
              <a:buSzPts val="1400"/>
              <a:buFont typeface="Source Code Pro"/>
              <a:buChar char="■"/>
              <a:defRPr b="0" i="0" sz="1400" u="none" cap="none" strike="noStrike">
                <a:solidFill>
                  <a:schemeClr val="dk2"/>
                </a:solidFill>
                <a:latin typeface="Source Code Pro"/>
                <a:ea typeface="Source Code Pro"/>
                <a:cs typeface="Source Code Pro"/>
                <a:sym typeface="Source Code Pro"/>
              </a:defRPr>
            </a:lvl9pPr>
          </a:lstStyle>
          <a:p/>
        </p:txBody>
      </p:sp>
      <p:sp>
        <p:nvSpPr>
          <p:cNvPr id="72" name="Google Shape;72;p1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Deep Research</a:t>
            </a:r>
          </a:p>
        </p:txBody>
      </p:sp>
      <p:sp>
        <p:nvSpPr>
          <p:cNvPr id="3" name="Subtitle 2"/>
          <p:cNvSpPr>
            <a:spLocks noGrp="1"/>
          </p:cNvSpPr>
          <p:nvPr>
            <p:ph type="subTitle" idx="1"/>
          </p:nvPr>
        </p:nvSpPr>
        <p:spPr/>
        <p:txBody>
          <a:bodyPr/>
          <a:lstStyle/>
          <a:p>
            <a:pPr marL="0" indent="0">
              <a:buNone/>
            </a:pPr>
            <a:r>
              <a:t>How an assistant runs a long investigation for you and hands back a report you can check.</a:t>
            </a:r>
          </a:p>
        </p:txBody>
      </p:sp>
      <p:sp>
        <p:nvSpPr>
          <p:cNvPr id="14" name="Google Shape;14;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 Investigation You Delegate</a:t>
            </a:r>
          </a:p>
        </p:txBody>
      </p:sp>
      <p:sp>
        <p:nvSpPr>
          <p:cNvPr id="3" name="Text Placeholder 2"/>
          <p:cNvSpPr>
            <a:spLocks noGrp="1"/>
          </p:cNvSpPr>
          <p:nvPr>
            <p:ph type="body" idx="1"/>
          </p:nvPr>
        </p:nvSpPr>
        <p:spPr>
          <a:xfrm>
            <a:off x="5303520" y="1426464"/>
            <a:ext cx="3529584" cy="3044952"/>
          </a:xfrm>
        </p:spPr>
        <p:txBody>
          <a:bodyPr wrap="square" anchor="ctr"/>
          <a:lstStyle/>
          <a:p>
            <a:pPr marL="0" indent="0">
              <a:buNone/>
            </a:pPr>
            <a:r>
              <a:t>You hand over a question worth an afternoon. It checks what you actually want, works for a while, and comes back with a written report rather than a chat reply.</a:t>
            </a:r>
          </a:p>
        </p:txBody>
      </p:sp>
      <p:sp>
        <p:nvSpPr>
          <p:cNvPr id="25" name="Google Shape;25;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26" name="Rounded Rectangle 25"/>
          <p:cNvSpPr/>
          <p:nvPr/>
        </p:nvSpPr>
        <p:spPr>
          <a:xfrm>
            <a:off x="365760" y="1426464"/>
            <a:ext cx="4434840" cy="3044952"/>
          </a:xfrm>
          <a:prstGeom prst="roundRect">
            <a:avLst>
              <a:gd name="adj" fmla="val 1714"/>
            </a:avLst>
          </a:prstGeom>
          <a:solidFill>
            <a:srgbClr val="3031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ounded Rectangle 26"/>
          <p:cNvSpPr/>
          <p:nvPr/>
        </p:nvSpPr>
        <p:spPr>
          <a:xfrm>
            <a:off x="365760" y="1426464"/>
            <a:ext cx="4434840" cy="301752"/>
          </a:xfrm>
          <a:prstGeom prst="roundRect">
            <a:avLst>
              <a:gd name="adj" fmla="val 18181"/>
            </a:avLst>
          </a:prstGeom>
          <a:solidFill>
            <a:srgbClr val="252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ectangle 27"/>
          <p:cNvSpPr/>
          <p:nvPr/>
        </p:nvSpPr>
        <p:spPr>
          <a:xfrm>
            <a:off x="365760" y="1619585"/>
            <a:ext cx="4434840" cy="108630"/>
          </a:xfrm>
          <a:prstGeom prst="rect">
            <a:avLst/>
          </a:prstGeom>
          <a:solidFill>
            <a:srgbClr val="252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512064" y="1508760"/>
            <a:ext cx="3104387" cy="182880"/>
          </a:xfrm>
          <a:prstGeom prst="rect">
            <a:avLst/>
          </a:prstGeom>
          <a:noFill/>
        </p:spPr>
        <p:txBody>
          <a:bodyPr wrap="square" lIns="0" rIns="0" tIns="0" bIns="0" anchor="t">
            <a:spAutoFit/>
          </a:bodyPr>
          <a:lstStyle/>
          <a:p>
            <a:pPr algn="l"/>
            <a:r>
              <a:rPr sz="1200" b="1">
                <a:solidFill>
                  <a:srgbClr val="F7F7FA"/>
                </a:solidFill>
                <a:latin typeface="Arial"/>
              </a:rPr>
              <a:t>ChatGPT</a:t>
            </a:r>
          </a:p>
        </p:txBody>
      </p:sp>
      <p:sp>
        <p:nvSpPr>
          <p:cNvPr id="30" name="TextBox 29"/>
          <p:cNvSpPr txBox="1"/>
          <p:nvPr/>
        </p:nvSpPr>
        <p:spPr>
          <a:xfrm>
            <a:off x="3557015" y="1527048"/>
            <a:ext cx="1097280" cy="173736"/>
          </a:xfrm>
          <a:prstGeom prst="rect">
            <a:avLst/>
          </a:prstGeom>
          <a:noFill/>
        </p:spPr>
        <p:txBody>
          <a:bodyPr wrap="square" lIns="0" rIns="0" tIns="0" bIns="0" anchor="t">
            <a:spAutoFit/>
          </a:bodyPr>
          <a:lstStyle/>
          <a:p>
            <a:pPr algn="r"/>
            <a:r>
              <a:rPr sz="885" b="0">
                <a:solidFill>
                  <a:srgbClr val="C6C7D0"/>
                </a:solidFill>
                <a:latin typeface="Arial"/>
              </a:rPr>
              <a:t>Demonstration</a:t>
            </a:r>
          </a:p>
        </p:txBody>
      </p:sp>
      <p:sp>
        <p:nvSpPr>
          <p:cNvPr id="31" name="TextBox 30"/>
          <p:cNvSpPr txBox="1"/>
          <p:nvPr/>
        </p:nvSpPr>
        <p:spPr>
          <a:xfrm>
            <a:off x="512064" y="1856232"/>
            <a:ext cx="1737360" cy="173736"/>
          </a:xfrm>
          <a:prstGeom prst="rect">
            <a:avLst/>
          </a:prstGeom>
          <a:noFill/>
        </p:spPr>
        <p:txBody>
          <a:bodyPr wrap="square" lIns="0" rIns="0" tIns="0" bIns="0" anchor="t">
            <a:spAutoFit/>
          </a:bodyPr>
          <a:lstStyle/>
          <a:p>
            <a:pPr algn="l"/>
            <a:r>
              <a:rPr sz="885" b="1">
                <a:solidFill>
                  <a:srgbClr val="C6C7D0"/>
                </a:solidFill>
                <a:latin typeface="Arial"/>
              </a:rPr>
              <a:t>User</a:t>
            </a:r>
          </a:p>
        </p:txBody>
      </p:sp>
      <p:sp>
        <p:nvSpPr>
          <p:cNvPr id="32" name="TextBox 31"/>
          <p:cNvSpPr txBox="1"/>
          <p:nvPr/>
        </p:nvSpPr>
        <p:spPr>
          <a:xfrm>
            <a:off x="512064" y="2057400"/>
            <a:ext cx="4142231" cy="210312"/>
          </a:xfrm>
          <a:prstGeom prst="rect">
            <a:avLst/>
          </a:prstGeom>
          <a:noFill/>
        </p:spPr>
        <p:txBody>
          <a:bodyPr wrap="none" lIns="0" rIns="0" tIns="0" bIns="0" anchor="t">
            <a:spAutoFit/>
          </a:bodyPr>
          <a:lstStyle/>
          <a:p>
            <a:pPr algn="l"/>
            <a:r>
              <a:rPr sz="1125" b="0">
                <a:solidFill>
                  <a:srgbClr val="F7F7FA"/>
                </a:solidFill>
                <a:latin typeface="Arial"/>
              </a:rPr>
              <a:t>Work out why cultural evolution became a research</a:t>
            </a:r>
          </a:p>
        </p:txBody>
      </p:sp>
      <p:sp>
        <p:nvSpPr>
          <p:cNvPr id="33" name="TextBox 32"/>
          <p:cNvSpPr txBox="1"/>
          <p:nvPr/>
        </p:nvSpPr>
        <p:spPr>
          <a:xfrm>
            <a:off x="512064" y="2267712"/>
            <a:ext cx="4142231" cy="210312"/>
          </a:xfrm>
          <a:prstGeom prst="rect">
            <a:avLst/>
          </a:prstGeom>
          <a:noFill/>
        </p:spPr>
        <p:txBody>
          <a:bodyPr wrap="none" lIns="0" rIns="0" tIns="0" bIns="0" anchor="t">
            <a:spAutoFit/>
          </a:bodyPr>
          <a:lstStyle/>
          <a:p>
            <a:pPr algn="l"/>
            <a:r>
              <a:rPr sz="1125" b="0">
                <a:solidFill>
                  <a:srgbClr val="F7F7FA"/>
                </a:solidFill>
                <a:latin typeface="Arial"/>
              </a:rPr>
              <a:t>field and memetics did not.</a:t>
            </a:r>
          </a:p>
        </p:txBody>
      </p:sp>
      <p:sp>
        <p:nvSpPr>
          <p:cNvPr id="36" name="Rounded Rectangle 35"/>
          <p:cNvSpPr/>
          <p:nvPr/>
        </p:nvSpPr>
        <p:spPr>
          <a:xfrm>
            <a:off x="475488" y="2532888"/>
            <a:ext cx="4215383" cy="704088"/>
          </a:xfrm>
          <a:prstGeom prst="roundRect">
            <a:avLst>
              <a:gd name="adj" fmla="val 6493"/>
            </a:avLst>
          </a:prstGeom>
          <a:solidFill>
            <a:srgbClr val="3C3D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21792" y="2651760"/>
            <a:ext cx="1737360" cy="173736"/>
          </a:xfrm>
          <a:prstGeom prst="rect">
            <a:avLst/>
          </a:prstGeom>
          <a:noFill/>
        </p:spPr>
        <p:txBody>
          <a:bodyPr wrap="square" lIns="0" rIns="0" tIns="0" bIns="0" anchor="t">
            <a:spAutoFit/>
          </a:bodyPr>
          <a:lstStyle/>
          <a:p>
            <a:pPr algn="l"/>
            <a:r>
              <a:rPr sz="885" b="1">
                <a:solidFill>
                  <a:srgbClr val="C6C7D0"/>
                </a:solidFill>
                <a:latin typeface="Arial"/>
              </a:rPr>
              <a:t>AI Assistant</a:t>
            </a:r>
          </a:p>
        </p:txBody>
      </p:sp>
      <p:sp>
        <p:nvSpPr>
          <p:cNvPr id="35" name="TextBox 34"/>
          <p:cNvSpPr txBox="1"/>
          <p:nvPr/>
        </p:nvSpPr>
        <p:spPr>
          <a:xfrm>
            <a:off x="621792" y="2852928"/>
            <a:ext cx="3922775" cy="210312"/>
          </a:xfrm>
          <a:prstGeom prst="rect">
            <a:avLst/>
          </a:prstGeom>
          <a:noFill/>
        </p:spPr>
        <p:txBody>
          <a:bodyPr wrap="none" lIns="0" rIns="0" tIns="0" bIns="0" anchor="t">
            <a:spAutoFit/>
          </a:bodyPr>
          <a:lstStyle/>
          <a:p>
            <a:pPr algn="l"/>
            <a:r>
              <a:rPr sz="1125" b="0">
                <a:solidFill>
                  <a:srgbClr val="F7F7FA"/>
                </a:solidFill>
                <a:latin typeface="Arial"/>
              </a:rPr>
              <a:t>Incentives (funding, journals), or theory?</a:t>
            </a:r>
          </a:p>
        </p:txBody>
      </p:sp>
      <p:sp>
        <p:nvSpPr>
          <p:cNvPr id="37" name="TextBox 36"/>
          <p:cNvSpPr txBox="1"/>
          <p:nvPr/>
        </p:nvSpPr>
        <p:spPr>
          <a:xfrm>
            <a:off x="512064" y="3273552"/>
            <a:ext cx="1737360" cy="173736"/>
          </a:xfrm>
          <a:prstGeom prst="rect">
            <a:avLst/>
          </a:prstGeom>
          <a:noFill/>
        </p:spPr>
        <p:txBody>
          <a:bodyPr wrap="square" lIns="0" rIns="0" tIns="0" bIns="0" anchor="t">
            <a:spAutoFit/>
          </a:bodyPr>
          <a:lstStyle/>
          <a:p>
            <a:pPr algn="l"/>
            <a:r>
              <a:rPr sz="885" b="1">
                <a:solidFill>
                  <a:srgbClr val="C6C7D0"/>
                </a:solidFill>
                <a:latin typeface="Arial"/>
              </a:rPr>
              <a:t>User</a:t>
            </a:r>
          </a:p>
        </p:txBody>
      </p:sp>
      <p:sp>
        <p:nvSpPr>
          <p:cNvPr id="38" name="TextBox 37"/>
          <p:cNvSpPr txBox="1"/>
          <p:nvPr/>
        </p:nvSpPr>
        <p:spPr>
          <a:xfrm>
            <a:off x="512064" y="3474720"/>
            <a:ext cx="4142231" cy="210312"/>
          </a:xfrm>
          <a:prstGeom prst="rect">
            <a:avLst/>
          </a:prstGeom>
          <a:noFill/>
        </p:spPr>
        <p:txBody>
          <a:bodyPr wrap="none" lIns="0" rIns="0" tIns="0" bIns="0" anchor="t">
            <a:spAutoFit/>
          </a:bodyPr>
          <a:lstStyle/>
          <a:p>
            <a:pPr algn="l"/>
            <a:r>
              <a:rPr sz="1125" b="0">
                <a:solidFill>
                  <a:srgbClr val="F7F7FA"/>
                </a:solidFill>
                <a:latin typeface="Arial"/>
              </a:rPr>
              <a:t>Incentives.</a:t>
            </a:r>
          </a:p>
        </p:txBody>
      </p:sp>
      <p:sp>
        <p:nvSpPr>
          <p:cNvPr id="39" name="Rounded Rectangle 38"/>
          <p:cNvSpPr/>
          <p:nvPr/>
        </p:nvSpPr>
        <p:spPr>
          <a:xfrm>
            <a:off x="466344" y="3730752"/>
            <a:ext cx="3360420" cy="201168"/>
          </a:xfrm>
          <a:prstGeom prst="roundRect">
            <a:avLst>
              <a:gd name="adj" fmla="val 18181"/>
            </a:avLst>
          </a:prstGeom>
          <a:solidFill>
            <a:srgbClr val="7133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512064" y="3739896"/>
            <a:ext cx="4142231" cy="210312"/>
          </a:xfrm>
          <a:prstGeom prst="rect">
            <a:avLst/>
          </a:prstGeom>
          <a:noFill/>
        </p:spPr>
        <p:txBody>
          <a:bodyPr wrap="none" lIns="0" rIns="0" tIns="0" bIns="0" anchor="t">
            <a:spAutoFit/>
          </a:bodyPr>
          <a:lstStyle/>
          <a:p>
            <a:pPr algn="l"/>
            <a:r>
              <a:rPr sz="1125" b="0">
                <a:solidFill>
                  <a:srgbClr val="F7F7FA"/>
                </a:solidFill>
                <a:latin typeface="Arial"/>
              </a:rPr>
              <a:t>Done in 9 minutes. 28 sources, cited inline.</a:t>
            </a:r>
          </a:p>
        </p:txBody>
      </p:sp>
      <p:sp>
        <p:nvSpPr>
          <p:cNvPr id="41" name="Rounded Rectangle 40"/>
          <p:cNvSpPr/>
          <p:nvPr/>
        </p:nvSpPr>
        <p:spPr>
          <a:xfrm>
            <a:off x="512064" y="4059936"/>
            <a:ext cx="4142231" cy="301752"/>
          </a:xfrm>
          <a:prstGeom prst="roundRect">
            <a:avLst>
              <a:gd name="adj" fmla="val 15151"/>
            </a:avLst>
          </a:prstGeom>
          <a:solidFill>
            <a:srgbClr val="3C3D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extBox 41"/>
          <p:cNvSpPr txBox="1"/>
          <p:nvPr/>
        </p:nvSpPr>
        <p:spPr>
          <a:xfrm>
            <a:off x="630936" y="4133088"/>
            <a:ext cx="3520439" cy="173736"/>
          </a:xfrm>
          <a:prstGeom prst="rect">
            <a:avLst/>
          </a:prstGeom>
          <a:noFill/>
        </p:spPr>
        <p:txBody>
          <a:bodyPr wrap="square" lIns="0" rIns="0" tIns="0" bIns="0" anchor="t">
            <a:spAutoFit/>
          </a:bodyPr>
          <a:lstStyle/>
          <a:p>
            <a:pPr algn="l"/>
            <a:r>
              <a:rPr sz="885" b="0">
                <a:solidFill>
                  <a:srgbClr val="C6C7D0"/>
                </a:solidFill>
                <a:latin typeface="Arial"/>
              </a:rPr>
              <a:t>Send a message…</a:t>
            </a:r>
          </a:p>
        </p:txBody>
      </p:sp>
      <p:sp>
        <p:nvSpPr>
          <p:cNvPr id="43" name="Rounded Rectangle 42"/>
          <p:cNvSpPr/>
          <p:nvPr/>
        </p:nvSpPr>
        <p:spPr>
          <a:xfrm>
            <a:off x="4379976" y="4105656"/>
            <a:ext cx="210312" cy="210312"/>
          </a:xfrm>
          <a:prstGeom prst="roundRect">
            <a:avLst>
              <a:gd name="adj" fmla="val 21739"/>
            </a:avLst>
          </a:prstGeom>
          <a:solidFill>
            <a:srgbClr val="E4E5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extBox 43"/>
          <p:cNvSpPr txBox="1"/>
          <p:nvPr/>
        </p:nvSpPr>
        <p:spPr>
          <a:xfrm>
            <a:off x="4379976" y="4105656"/>
            <a:ext cx="210312" cy="210312"/>
          </a:xfrm>
          <a:prstGeom prst="rect">
            <a:avLst/>
          </a:prstGeom>
          <a:noFill/>
        </p:spPr>
        <p:txBody>
          <a:bodyPr wrap="square" lIns="0" rIns="0" tIns="0" bIns="0" anchor="ctr">
            <a:spAutoFit/>
          </a:bodyPr>
          <a:lstStyle/>
          <a:p>
            <a:pPr algn="ctr"/>
            <a:r>
              <a:rPr sz="1125" b="0">
                <a:solidFill>
                  <a:srgbClr val="25262C"/>
                </a:solidFill>
                <a:latin typeface="Arial"/>
              </a:rPr>
              <a: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One Lookup, or One Investigation</a:t>
            </a:r>
          </a:p>
        </p:txBody>
      </p:sp>
      <p:sp>
        <p:nvSpPr>
          <p:cNvPr id="25" name="Google Shape;25;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26" name="Rounded Rectangle 25"/>
          <p:cNvSpPr/>
          <p:nvPr/>
        </p:nvSpPr>
        <p:spPr>
          <a:xfrm>
            <a:off x="310896" y="1426464"/>
            <a:ext cx="4078224" cy="2377440"/>
          </a:xfrm>
          <a:prstGeom prst="roundRect">
            <a:avLst>
              <a:gd name="adj" fmla="val 2307"/>
            </a:avLst>
          </a:prstGeom>
          <a:solidFill>
            <a:srgbClr val="FFFFFF"/>
          </a:solidFill>
          <a:ln w="9525">
            <a:solidFill>
              <a:srgbClr val="D8D8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493776" y="1572768"/>
            <a:ext cx="3712463" cy="274320"/>
          </a:xfrm>
          <a:prstGeom prst="rect">
            <a:avLst/>
          </a:prstGeom>
          <a:noFill/>
        </p:spPr>
        <p:txBody>
          <a:bodyPr wrap="square" lIns="0" rIns="0" tIns="0" bIns="0" anchor="t">
            <a:spAutoFit/>
          </a:bodyPr>
          <a:lstStyle/>
          <a:p>
            <a:pPr algn="l"/>
            <a:r>
              <a:rPr sz="1400" b="1">
                <a:solidFill>
                  <a:srgbClr val="424242"/>
                </a:solidFill>
                <a:latin typeface="Source Code Pro"/>
              </a:rPr>
              <a:t>Web search</a:t>
            </a:r>
          </a:p>
        </p:txBody>
      </p:sp>
      <p:sp>
        <p:nvSpPr>
          <p:cNvPr id="28" name="TextBox 27"/>
          <p:cNvSpPr txBox="1"/>
          <p:nvPr/>
        </p:nvSpPr>
        <p:spPr>
          <a:xfrm>
            <a:off x="493776" y="1975104"/>
            <a:ext cx="3712463" cy="274320"/>
          </a:xfrm>
          <a:prstGeom prst="rect">
            <a:avLst/>
          </a:prstGeom>
          <a:noFill/>
        </p:spPr>
        <p:txBody>
          <a:bodyPr wrap="square" lIns="0" rIns="0" tIns="0" bIns="0" anchor="t">
            <a:spAutoFit/>
          </a:bodyPr>
          <a:lstStyle/>
          <a:p>
            <a:pPr algn="l">
              <a:lnSpc>
                <a:spcPct val="115000"/>
              </a:lnSpc>
            </a:pPr>
            <a:r>
              <a:rPr sz="1300" b="0">
                <a:solidFill>
                  <a:srgbClr val="424242"/>
                </a:solidFill>
                <a:latin typeface="Source Code Pro"/>
              </a:rPr>
              <a:t>—  One question, one set of results</a:t>
            </a:r>
          </a:p>
        </p:txBody>
      </p:sp>
      <p:sp>
        <p:nvSpPr>
          <p:cNvPr id="29" name="TextBox 28"/>
          <p:cNvSpPr txBox="1"/>
          <p:nvPr/>
        </p:nvSpPr>
        <p:spPr>
          <a:xfrm>
            <a:off x="493776" y="2286000"/>
            <a:ext cx="3712463" cy="274320"/>
          </a:xfrm>
          <a:prstGeom prst="rect">
            <a:avLst/>
          </a:prstGeom>
          <a:noFill/>
        </p:spPr>
        <p:txBody>
          <a:bodyPr wrap="square" lIns="0" rIns="0" tIns="0" bIns="0" anchor="t">
            <a:spAutoFit/>
          </a:bodyPr>
          <a:lstStyle/>
          <a:p>
            <a:pPr algn="l">
              <a:lnSpc>
                <a:spcPct val="115000"/>
              </a:lnSpc>
            </a:pPr>
            <a:r>
              <a:rPr sz="1300" b="0">
                <a:solidFill>
                  <a:srgbClr val="424242"/>
                </a:solidFill>
                <a:latin typeface="Source Code Pro"/>
              </a:rPr>
              <a:t>—  Reads what search returned</a:t>
            </a:r>
          </a:p>
        </p:txBody>
      </p:sp>
      <p:sp>
        <p:nvSpPr>
          <p:cNvPr id="30" name="TextBox 29"/>
          <p:cNvSpPr txBox="1"/>
          <p:nvPr/>
        </p:nvSpPr>
        <p:spPr>
          <a:xfrm>
            <a:off x="493776" y="2596896"/>
            <a:ext cx="3712463" cy="274320"/>
          </a:xfrm>
          <a:prstGeom prst="rect">
            <a:avLst/>
          </a:prstGeom>
          <a:noFill/>
        </p:spPr>
        <p:txBody>
          <a:bodyPr wrap="square" lIns="0" rIns="0" tIns="0" bIns="0" anchor="t">
            <a:spAutoFit/>
          </a:bodyPr>
          <a:lstStyle/>
          <a:p>
            <a:pPr algn="l">
              <a:lnSpc>
                <a:spcPct val="115000"/>
              </a:lnSpc>
            </a:pPr>
            <a:r>
              <a:rPr sz="1300" b="0">
                <a:solidFill>
                  <a:srgbClr val="424242"/>
                </a:solidFill>
                <a:latin typeface="Source Code Pro"/>
              </a:rPr>
              <a:t>—  Answers in seconds</a:t>
            </a:r>
          </a:p>
        </p:txBody>
      </p:sp>
      <p:sp>
        <p:nvSpPr>
          <p:cNvPr id="31" name="TextBox 30"/>
          <p:cNvSpPr txBox="1"/>
          <p:nvPr/>
        </p:nvSpPr>
        <p:spPr>
          <a:xfrm>
            <a:off x="493776" y="2907791"/>
            <a:ext cx="3712463" cy="274320"/>
          </a:xfrm>
          <a:prstGeom prst="rect">
            <a:avLst/>
          </a:prstGeom>
          <a:noFill/>
        </p:spPr>
        <p:txBody>
          <a:bodyPr wrap="square" lIns="0" rIns="0" tIns="0" bIns="0" anchor="t">
            <a:spAutoFit/>
          </a:bodyPr>
          <a:lstStyle/>
          <a:p>
            <a:pPr algn="l">
              <a:lnSpc>
                <a:spcPct val="115000"/>
              </a:lnSpc>
            </a:pPr>
            <a:r>
              <a:rPr sz="1300" b="0">
                <a:solidFill>
                  <a:srgbClr val="424242"/>
                </a:solidFill>
                <a:latin typeface="Source Code Pro"/>
              </a:rPr>
              <a:t>—  Grounds an ordinary reply</a:t>
            </a:r>
          </a:p>
        </p:txBody>
      </p:sp>
      <p:sp>
        <p:nvSpPr>
          <p:cNvPr id="32" name="Rounded Rectangle 31"/>
          <p:cNvSpPr/>
          <p:nvPr/>
        </p:nvSpPr>
        <p:spPr>
          <a:xfrm>
            <a:off x="4754880" y="1426464"/>
            <a:ext cx="4078224" cy="2377440"/>
          </a:xfrm>
          <a:prstGeom prst="roundRect">
            <a:avLst>
              <a:gd name="adj" fmla="val 2307"/>
            </a:avLst>
          </a:prstGeom>
          <a:solidFill>
            <a:srgbClr val="FFFFFF"/>
          </a:solidFill>
          <a:ln w="12700">
            <a:solidFill>
              <a:srgbClr val="E91D6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4937760" y="1572768"/>
            <a:ext cx="3712463" cy="274320"/>
          </a:xfrm>
          <a:prstGeom prst="rect">
            <a:avLst/>
          </a:prstGeom>
          <a:noFill/>
        </p:spPr>
        <p:txBody>
          <a:bodyPr wrap="square" lIns="0" rIns="0" tIns="0" bIns="0" anchor="t">
            <a:spAutoFit/>
          </a:bodyPr>
          <a:lstStyle/>
          <a:p>
            <a:pPr algn="l"/>
            <a:r>
              <a:rPr sz="1400" b="1">
                <a:solidFill>
                  <a:srgbClr val="E91D63"/>
                </a:solidFill>
                <a:latin typeface="Source Code Pro"/>
              </a:rPr>
              <a:t>Deep research</a:t>
            </a:r>
          </a:p>
        </p:txBody>
      </p:sp>
      <p:sp>
        <p:nvSpPr>
          <p:cNvPr id="34" name="TextBox 33"/>
          <p:cNvSpPr txBox="1"/>
          <p:nvPr/>
        </p:nvSpPr>
        <p:spPr>
          <a:xfrm>
            <a:off x="4937760" y="1975104"/>
            <a:ext cx="3712463" cy="274320"/>
          </a:xfrm>
          <a:prstGeom prst="rect">
            <a:avLst/>
          </a:prstGeom>
          <a:noFill/>
        </p:spPr>
        <p:txBody>
          <a:bodyPr wrap="square" lIns="0" rIns="0" tIns="0" bIns="0" anchor="t">
            <a:spAutoFit/>
          </a:bodyPr>
          <a:lstStyle/>
          <a:p>
            <a:pPr algn="l">
              <a:lnSpc>
                <a:spcPct val="115000"/>
              </a:lnSpc>
            </a:pPr>
            <a:r>
              <a:rPr sz="1300" b="0">
                <a:solidFill>
                  <a:srgbClr val="424242"/>
                </a:solidFill>
                <a:latin typeface="Source Code Pro"/>
              </a:rPr>
              <a:t>—  One question, dozens of searches</a:t>
            </a:r>
          </a:p>
        </p:txBody>
      </p:sp>
      <p:sp>
        <p:nvSpPr>
          <p:cNvPr id="35" name="TextBox 34"/>
          <p:cNvSpPr txBox="1"/>
          <p:nvPr/>
        </p:nvSpPr>
        <p:spPr>
          <a:xfrm>
            <a:off x="4937760" y="2286000"/>
            <a:ext cx="3712463" cy="274320"/>
          </a:xfrm>
          <a:prstGeom prst="rect">
            <a:avLst/>
          </a:prstGeom>
          <a:noFill/>
        </p:spPr>
        <p:txBody>
          <a:bodyPr wrap="square" lIns="0" rIns="0" tIns="0" bIns="0" anchor="t">
            <a:spAutoFit/>
          </a:bodyPr>
          <a:lstStyle/>
          <a:p>
            <a:pPr algn="l">
              <a:lnSpc>
                <a:spcPct val="115000"/>
              </a:lnSpc>
            </a:pPr>
            <a:r>
              <a:rPr sz="1300" b="0">
                <a:solidFill>
                  <a:srgbClr val="424242"/>
                </a:solidFill>
                <a:latin typeface="Source Code Pro"/>
              </a:rPr>
              <a:t>—  Decides what to look up next</a:t>
            </a:r>
          </a:p>
        </p:txBody>
      </p:sp>
      <p:sp>
        <p:nvSpPr>
          <p:cNvPr id="36" name="TextBox 35"/>
          <p:cNvSpPr txBox="1"/>
          <p:nvPr/>
        </p:nvSpPr>
        <p:spPr>
          <a:xfrm>
            <a:off x="4937760" y="2596896"/>
            <a:ext cx="3712463" cy="274320"/>
          </a:xfrm>
          <a:prstGeom prst="rect">
            <a:avLst/>
          </a:prstGeom>
          <a:noFill/>
        </p:spPr>
        <p:txBody>
          <a:bodyPr wrap="square" lIns="0" rIns="0" tIns="0" bIns="0" anchor="t">
            <a:spAutoFit/>
          </a:bodyPr>
          <a:lstStyle/>
          <a:p>
            <a:pPr algn="l">
              <a:lnSpc>
                <a:spcPct val="115000"/>
              </a:lnSpc>
            </a:pPr>
            <a:r>
              <a:rPr sz="1300" b="0">
                <a:solidFill>
                  <a:srgbClr val="424242"/>
                </a:solidFill>
                <a:latin typeface="Source Code Pro"/>
              </a:rPr>
              <a:t>—  Runs for many minutes</a:t>
            </a:r>
          </a:p>
        </p:txBody>
      </p:sp>
      <p:sp>
        <p:nvSpPr>
          <p:cNvPr id="37" name="TextBox 36"/>
          <p:cNvSpPr txBox="1"/>
          <p:nvPr/>
        </p:nvSpPr>
        <p:spPr>
          <a:xfrm>
            <a:off x="4937760" y="2907791"/>
            <a:ext cx="3712463" cy="274320"/>
          </a:xfrm>
          <a:prstGeom prst="rect">
            <a:avLst/>
          </a:prstGeom>
          <a:noFill/>
        </p:spPr>
        <p:txBody>
          <a:bodyPr wrap="square" lIns="0" rIns="0" tIns="0" bIns="0" anchor="t">
            <a:spAutoFit/>
          </a:bodyPr>
          <a:lstStyle/>
          <a:p>
            <a:pPr algn="l">
              <a:lnSpc>
                <a:spcPct val="115000"/>
              </a:lnSpc>
            </a:pPr>
            <a:r>
              <a:rPr sz="1300" b="0">
                <a:solidFill>
                  <a:srgbClr val="424242"/>
                </a:solidFill>
                <a:latin typeface="Source Code Pro"/>
              </a:rPr>
              <a:t>—  Returns a written, cited report</a:t>
            </a:r>
          </a:p>
        </p:txBody>
      </p:sp>
      <p:sp>
        <p:nvSpPr>
          <p:cNvPr id="38" name="TextBox 37"/>
          <p:cNvSpPr txBox="1"/>
          <p:nvPr/>
        </p:nvSpPr>
        <p:spPr>
          <a:xfrm>
            <a:off x="310896" y="3950208"/>
            <a:ext cx="8522208" cy="411480"/>
          </a:xfrm>
          <a:prstGeom prst="rect">
            <a:avLst/>
          </a:prstGeom>
          <a:noFill/>
        </p:spPr>
        <p:txBody>
          <a:bodyPr wrap="square" lIns="0" rIns="0" tIns="0" bIns="0" anchor="t">
            <a:spAutoFit/>
          </a:bodyPr>
          <a:lstStyle/>
          <a:p>
            <a:pPr algn="l">
              <a:lnSpc>
                <a:spcPct val="125000"/>
              </a:lnSpc>
            </a:pPr>
            <a:r>
              <a:rPr sz="1200" b="0">
                <a:solidFill>
                  <a:srgbClr val="6B6B6B"/>
                </a:solidFill>
                <a:latin typeface="Source Code Pro"/>
              </a:rPr>
              <a:t>Same web, very different amount of work. Reach for deep research when the answer has to be assembled rather than found.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What Comes Back</a:t>
            </a:r>
          </a:p>
        </p:txBody>
      </p:sp>
      <p:sp>
        <p:nvSpPr>
          <p:cNvPr id="3" name="Text Placeholder 2"/>
          <p:cNvSpPr>
            <a:spLocks noGrp="1"/>
          </p:cNvSpPr>
          <p:nvPr>
            <p:ph type="body" idx="1"/>
          </p:nvPr>
        </p:nvSpPr>
        <p:spPr>
          <a:xfrm>
            <a:off x="5349240" y="1426463"/>
            <a:ext cx="3483863" cy="2596896"/>
          </a:xfrm>
        </p:spPr>
        <p:txBody>
          <a:bodyPr wrap="square" anchor="ctr"/>
          <a:lstStyle/>
          <a:p>
            <a:pPr marL="0" indent="0">
              <a:buNone/>
            </a:pPr>
            <a:r>
              <a:t>The output is a document, not a paragraph: sections, an argument, and a citation on each claim so you can check the ones that matter to you.</a:t>
            </a:r>
          </a:p>
        </p:txBody>
      </p:sp>
      <p:sp>
        <p:nvSpPr>
          <p:cNvPr id="25" name="Google Shape;25;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26" name="Rounded Rectangle 25"/>
          <p:cNvSpPr/>
          <p:nvPr/>
        </p:nvSpPr>
        <p:spPr>
          <a:xfrm>
            <a:off x="365760" y="1426464"/>
            <a:ext cx="4480560" cy="2596896"/>
          </a:xfrm>
          <a:prstGeom prst="roundRect">
            <a:avLst>
              <a:gd name="adj" fmla="val 1764"/>
            </a:avLst>
          </a:prstGeom>
          <a:solidFill>
            <a:srgbClr val="3031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ounded Rectangle 26"/>
          <p:cNvSpPr/>
          <p:nvPr/>
        </p:nvSpPr>
        <p:spPr>
          <a:xfrm>
            <a:off x="365760" y="1426464"/>
            <a:ext cx="4480560" cy="301752"/>
          </a:xfrm>
          <a:prstGeom prst="roundRect">
            <a:avLst>
              <a:gd name="adj" fmla="val 18181"/>
            </a:avLst>
          </a:prstGeom>
          <a:solidFill>
            <a:srgbClr val="252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ectangle 27"/>
          <p:cNvSpPr/>
          <p:nvPr/>
        </p:nvSpPr>
        <p:spPr>
          <a:xfrm>
            <a:off x="365760" y="1619585"/>
            <a:ext cx="4480560" cy="108630"/>
          </a:xfrm>
          <a:prstGeom prst="rect">
            <a:avLst/>
          </a:prstGeom>
          <a:solidFill>
            <a:srgbClr val="252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512064" y="1508760"/>
            <a:ext cx="3136392" cy="182880"/>
          </a:xfrm>
          <a:prstGeom prst="rect">
            <a:avLst/>
          </a:prstGeom>
          <a:noFill/>
        </p:spPr>
        <p:txBody>
          <a:bodyPr wrap="square" lIns="0" rIns="0" tIns="0" bIns="0" anchor="t">
            <a:spAutoFit/>
          </a:bodyPr>
          <a:lstStyle/>
          <a:p>
            <a:pPr algn="l"/>
            <a:r>
              <a:rPr sz="1200" b="1">
                <a:solidFill>
                  <a:srgbClr val="F7F7FA"/>
                </a:solidFill>
                <a:latin typeface="Arial"/>
              </a:rPr>
              <a:t>ChatGPT</a:t>
            </a:r>
          </a:p>
        </p:txBody>
      </p:sp>
      <p:sp>
        <p:nvSpPr>
          <p:cNvPr id="30" name="TextBox 29"/>
          <p:cNvSpPr txBox="1"/>
          <p:nvPr/>
        </p:nvSpPr>
        <p:spPr>
          <a:xfrm>
            <a:off x="3602736" y="1527048"/>
            <a:ext cx="1097280" cy="173736"/>
          </a:xfrm>
          <a:prstGeom prst="rect">
            <a:avLst/>
          </a:prstGeom>
          <a:noFill/>
        </p:spPr>
        <p:txBody>
          <a:bodyPr wrap="square" lIns="0" rIns="0" tIns="0" bIns="0" anchor="t">
            <a:spAutoFit/>
          </a:bodyPr>
          <a:lstStyle/>
          <a:p>
            <a:pPr algn="r"/>
            <a:r>
              <a:rPr sz="885" b="0">
                <a:solidFill>
                  <a:srgbClr val="C6C7D0"/>
                </a:solidFill>
                <a:latin typeface="Arial"/>
              </a:rPr>
              <a:t>Research report</a:t>
            </a:r>
          </a:p>
        </p:txBody>
      </p:sp>
      <p:sp>
        <p:nvSpPr>
          <p:cNvPr id="31" name="TextBox 30"/>
          <p:cNvSpPr txBox="1"/>
          <p:nvPr/>
        </p:nvSpPr>
        <p:spPr>
          <a:xfrm>
            <a:off x="512064" y="1856232"/>
            <a:ext cx="1737360" cy="173736"/>
          </a:xfrm>
          <a:prstGeom prst="rect">
            <a:avLst/>
          </a:prstGeom>
          <a:noFill/>
        </p:spPr>
        <p:txBody>
          <a:bodyPr wrap="square" lIns="0" rIns="0" tIns="0" bIns="0" anchor="t">
            <a:spAutoFit/>
          </a:bodyPr>
          <a:lstStyle/>
          <a:p>
            <a:pPr algn="l"/>
            <a:r>
              <a:rPr sz="885" b="1">
                <a:solidFill>
                  <a:srgbClr val="C6C7D0"/>
                </a:solidFill>
                <a:latin typeface="Arial"/>
              </a:rPr>
              <a:t>Why memetics stalled</a:t>
            </a:r>
          </a:p>
        </p:txBody>
      </p:sp>
      <p:sp>
        <p:nvSpPr>
          <p:cNvPr id="32" name="TextBox 31"/>
          <p:cNvSpPr txBox="1"/>
          <p:nvPr/>
        </p:nvSpPr>
        <p:spPr>
          <a:xfrm>
            <a:off x="512064" y="2057400"/>
            <a:ext cx="4187952" cy="210312"/>
          </a:xfrm>
          <a:prstGeom prst="rect">
            <a:avLst/>
          </a:prstGeom>
          <a:noFill/>
        </p:spPr>
        <p:txBody>
          <a:bodyPr wrap="none" lIns="0" rIns="0" tIns="0" bIns="0" anchor="t">
            <a:spAutoFit/>
          </a:bodyPr>
          <a:lstStyle/>
          <a:p>
            <a:pPr algn="l"/>
            <a:r>
              <a:rPr sz="1125" b="0">
                <a:solidFill>
                  <a:srgbClr val="F7F7FA"/>
                </a:solidFill>
                <a:latin typeface="Arial"/>
              </a:rPr>
              <a:t>1. Its central claim resisted measurement. [3][7]</a:t>
            </a:r>
          </a:p>
        </p:txBody>
      </p:sp>
      <p:sp>
        <p:nvSpPr>
          <p:cNvPr id="33" name="TextBox 32"/>
          <p:cNvSpPr txBox="1"/>
          <p:nvPr/>
        </p:nvSpPr>
        <p:spPr>
          <a:xfrm>
            <a:off x="512064" y="2267712"/>
            <a:ext cx="4187952" cy="210312"/>
          </a:xfrm>
          <a:prstGeom prst="rect">
            <a:avLst/>
          </a:prstGeom>
          <a:noFill/>
        </p:spPr>
        <p:txBody>
          <a:bodyPr wrap="none" lIns="0" rIns="0" tIns="0" bIns="0" anchor="t">
            <a:spAutoFit/>
          </a:bodyPr>
          <a:lstStyle/>
          <a:p>
            <a:pPr algn="l"/>
            <a:r>
              <a:rPr sz="1125" b="0">
                <a:solidFill>
                  <a:srgbClr val="F7F7FA"/>
                </a:solidFill>
                <a:latin typeface="Arial"/>
              </a:rPr>
              <a:t>2. Neighbouring fields absorbed the questions. [11]</a:t>
            </a:r>
          </a:p>
        </p:txBody>
      </p:sp>
      <p:sp>
        <p:nvSpPr>
          <p:cNvPr id="34" name="TextBox 33"/>
          <p:cNvSpPr txBox="1"/>
          <p:nvPr/>
        </p:nvSpPr>
        <p:spPr>
          <a:xfrm>
            <a:off x="512064" y="2478024"/>
            <a:ext cx="4187952" cy="210312"/>
          </a:xfrm>
          <a:prstGeom prst="rect">
            <a:avLst/>
          </a:prstGeom>
          <a:noFill/>
        </p:spPr>
        <p:txBody>
          <a:bodyPr wrap="none" lIns="0" rIns="0" tIns="0" bIns="0" anchor="t">
            <a:spAutoFit/>
          </a:bodyPr>
          <a:lstStyle/>
          <a:p>
            <a:pPr algn="l"/>
            <a:r>
              <a:rPr sz="1125" b="0">
                <a:solidFill>
                  <a:srgbClr val="F7F7FA"/>
                </a:solidFill>
                <a:latin typeface="Arial"/>
              </a:rPr>
              <a:t>3. Funding followed the testable programme. [2][19]</a:t>
            </a:r>
          </a:p>
        </p:txBody>
      </p:sp>
      <p:sp>
        <p:nvSpPr>
          <p:cNvPr id="35" name="Rectangle 34"/>
          <p:cNvSpPr/>
          <p:nvPr/>
        </p:nvSpPr>
        <p:spPr>
          <a:xfrm>
            <a:off x="512064" y="2779776"/>
            <a:ext cx="4187952" cy="9144"/>
          </a:xfrm>
          <a:prstGeom prst="rect">
            <a:avLst/>
          </a:prstGeom>
          <a:solidFill>
            <a:srgbClr val="3C3D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512064" y="2871216"/>
            <a:ext cx="1737360" cy="173736"/>
          </a:xfrm>
          <a:prstGeom prst="rect">
            <a:avLst/>
          </a:prstGeom>
          <a:noFill/>
        </p:spPr>
        <p:txBody>
          <a:bodyPr wrap="square" lIns="0" rIns="0" tIns="0" bIns="0" anchor="t">
            <a:spAutoFit/>
          </a:bodyPr>
          <a:lstStyle/>
          <a:p>
            <a:pPr algn="l"/>
            <a:r>
              <a:rPr sz="885" b="1">
                <a:solidFill>
                  <a:srgbClr val="C6C7D0"/>
                </a:solidFill>
                <a:latin typeface="Arial"/>
              </a:rPr>
              <a:t>Where the sources disagree</a:t>
            </a:r>
          </a:p>
        </p:txBody>
      </p:sp>
      <p:sp>
        <p:nvSpPr>
          <p:cNvPr id="37" name="TextBox 36"/>
          <p:cNvSpPr txBox="1"/>
          <p:nvPr/>
        </p:nvSpPr>
        <p:spPr>
          <a:xfrm>
            <a:off x="512064" y="3072384"/>
            <a:ext cx="4187952" cy="210312"/>
          </a:xfrm>
          <a:prstGeom prst="rect">
            <a:avLst/>
          </a:prstGeom>
          <a:noFill/>
        </p:spPr>
        <p:txBody>
          <a:bodyPr wrap="none" lIns="0" rIns="0" tIns="0" bIns="0" anchor="t">
            <a:spAutoFit/>
          </a:bodyPr>
          <a:lstStyle/>
          <a:p>
            <a:pPr algn="l"/>
            <a:r>
              <a:rPr sz="1125" b="0">
                <a:solidFill>
                  <a:srgbClr val="F7F7FA"/>
                </a:solidFill>
                <a:latin typeface="Arial"/>
              </a:rPr>
              <a:t>Two dispute the funding claim. [2][19]</a:t>
            </a:r>
          </a:p>
        </p:txBody>
      </p:sp>
      <p:sp>
        <p:nvSpPr>
          <p:cNvPr id="38" name="Rectangle 37"/>
          <p:cNvSpPr/>
          <p:nvPr/>
        </p:nvSpPr>
        <p:spPr>
          <a:xfrm>
            <a:off x="512064" y="3374136"/>
            <a:ext cx="4187952" cy="9144"/>
          </a:xfrm>
          <a:prstGeom prst="rect">
            <a:avLst/>
          </a:prstGeom>
          <a:solidFill>
            <a:srgbClr val="3C3D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512064" y="3465576"/>
            <a:ext cx="1737360" cy="173736"/>
          </a:xfrm>
          <a:prstGeom prst="rect">
            <a:avLst/>
          </a:prstGeom>
          <a:noFill/>
        </p:spPr>
        <p:txBody>
          <a:bodyPr wrap="square" lIns="0" rIns="0" tIns="0" bIns="0" anchor="t">
            <a:spAutoFit/>
          </a:bodyPr>
          <a:lstStyle/>
          <a:p>
            <a:pPr algn="l"/>
            <a:r>
              <a:rPr sz="885" b="1">
                <a:solidFill>
                  <a:srgbClr val="C6C7D0"/>
                </a:solidFill>
                <a:latin typeface="Arial"/>
              </a:rPr>
              <a:t>Sources</a:t>
            </a:r>
          </a:p>
        </p:txBody>
      </p:sp>
      <p:sp>
        <p:nvSpPr>
          <p:cNvPr id="40" name="TextBox 39"/>
          <p:cNvSpPr txBox="1"/>
          <p:nvPr/>
        </p:nvSpPr>
        <p:spPr>
          <a:xfrm>
            <a:off x="512064" y="3666744"/>
            <a:ext cx="4187952" cy="210312"/>
          </a:xfrm>
          <a:prstGeom prst="rect">
            <a:avLst/>
          </a:prstGeom>
          <a:noFill/>
        </p:spPr>
        <p:txBody>
          <a:bodyPr wrap="none" lIns="0" rIns="0" tIns="0" bIns="0" anchor="t">
            <a:spAutoFit/>
          </a:bodyPr>
          <a:lstStyle/>
          <a:p>
            <a:pPr algn="l"/>
            <a:r>
              <a:rPr sz="1125" b="0">
                <a:solidFill>
                  <a:srgbClr val="F7F7FA"/>
                </a:solidFill>
                <a:latin typeface="Arial"/>
              </a:rPr>
              <a:t>28 pages, each tied to the line it supports.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How It Works - One Question Fans Out into Many Searches</a:t>
            </a:r>
          </a:p>
        </p:txBody>
      </p:sp>
      <p:sp>
        <p:nvSpPr>
          <p:cNvPr id="25" name="Google Shape;25;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26" name="Rounded Rectangle 25"/>
          <p:cNvSpPr/>
          <p:nvPr/>
        </p:nvSpPr>
        <p:spPr>
          <a:xfrm>
            <a:off x="2926080" y="1426464"/>
            <a:ext cx="2798064" cy="512064"/>
          </a:xfrm>
          <a:prstGeom prst="roundRect">
            <a:avLst>
              <a:gd name="adj" fmla="val 8928"/>
            </a:avLst>
          </a:prstGeom>
          <a:solidFill>
            <a:srgbClr val="F5F5F7"/>
          </a:solidFill>
          <a:ln w="9525">
            <a:solidFill>
              <a:srgbClr val="D8D8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3017520" y="1426464"/>
            <a:ext cx="2615184" cy="512064"/>
          </a:xfrm>
          <a:prstGeom prst="rect">
            <a:avLst/>
          </a:prstGeom>
          <a:noFill/>
        </p:spPr>
        <p:txBody>
          <a:bodyPr wrap="square" lIns="0" rIns="0" tIns="0" bIns="0" anchor="ctr">
            <a:spAutoFit/>
          </a:bodyPr>
          <a:lstStyle/>
          <a:p>
            <a:pPr algn="ctr"/>
            <a:r>
              <a:rPr sz="1300" b="0">
                <a:solidFill>
                  <a:srgbClr val="424242"/>
                </a:solidFill>
                <a:latin typeface="Source Code Pro"/>
              </a:rPr>
              <a:t>Funding and grants</a:t>
            </a:r>
          </a:p>
        </p:txBody>
      </p:sp>
      <p:sp>
        <p:nvSpPr>
          <p:cNvPr id="28" name="Rounded Rectangle 27"/>
          <p:cNvSpPr/>
          <p:nvPr/>
        </p:nvSpPr>
        <p:spPr>
          <a:xfrm>
            <a:off x="2926080" y="2057400"/>
            <a:ext cx="2798064" cy="512064"/>
          </a:xfrm>
          <a:prstGeom prst="roundRect">
            <a:avLst>
              <a:gd name="adj" fmla="val 8928"/>
            </a:avLst>
          </a:prstGeom>
          <a:solidFill>
            <a:srgbClr val="F5F5F7"/>
          </a:solidFill>
          <a:ln w="9525">
            <a:solidFill>
              <a:srgbClr val="D8D8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3017520" y="2057400"/>
            <a:ext cx="2615184" cy="512064"/>
          </a:xfrm>
          <a:prstGeom prst="rect">
            <a:avLst/>
          </a:prstGeom>
          <a:noFill/>
        </p:spPr>
        <p:txBody>
          <a:bodyPr wrap="square" lIns="0" rIns="0" tIns="0" bIns="0" anchor="ctr">
            <a:spAutoFit/>
          </a:bodyPr>
          <a:lstStyle/>
          <a:p>
            <a:pPr algn="ctr"/>
            <a:r>
              <a:rPr sz="1300" b="0">
                <a:solidFill>
                  <a:srgbClr val="424242"/>
                </a:solidFill>
                <a:latin typeface="Source Code Pro"/>
              </a:rPr>
              <a:t>Journals and citations</a:t>
            </a:r>
          </a:p>
        </p:txBody>
      </p:sp>
      <p:sp>
        <p:nvSpPr>
          <p:cNvPr id="30" name="Rounded Rectangle 29"/>
          <p:cNvSpPr/>
          <p:nvPr/>
        </p:nvSpPr>
        <p:spPr>
          <a:xfrm>
            <a:off x="2926080" y="2688336"/>
            <a:ext cx="2798064" cy="512064"/>
          </a:xfrm>
          <a:prstGeom prst="roundRect">
            <a:avLst>
              <a:gd name="adj" fmla="val 8928"/>
            </a:avLst>
          </a:prstGeom>
          <a:solidFill>
            <a:srgbClr val="F5F5F7"/>
          </a:solidFill>
          <a:ln w="9525">
            <a:solidFill>
              <a:srgbClr val="D8D8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3017520" y="2688336"/>
            <a:ext cx="2615184" cy="512064"/>
          </a:xfrm>
          <a:prstGeom prst="rect">
            <a:avLst/>
          </a:prstGeom>
          <a:noFill/>
        </p:spPr>
        <p:txBody>
          <a:bodyPr wrap="square" lIns="0" rIns="0" tIns="0" bIns="0" anchor="ctr">
            <a:spAutoFit/>
          </a:bodyPr>
          <a:lstStyle/>
          <a:p>
            <a:pPr algn="ctr"/>
            <a:r>
              <a:rPr sz="1300" b="0">
                <a:solidFill>
                  <a:srgbClr val="424242"/>
                </a:solidFill>
                <a:latin typeface="Source Code Pro"/>
              </a:rPr>
              <a:t>Critiques of the field</a:t>
            </a:r>
          </a:p>
        </p:txBody>
      </p:sp>
      <p:sp>
        <p:nvSpPr>
          <p:cNvPr id="32" name="Rounded Rectangle 31"/>
          <p:cNvSpPr/>
          <p:nvPr/>
        </p:nvSpPr>
        <p:spPr>
          <a:xfrm>
            <a:off x="2926080" y="3319272"/>
            <a:ext cx="2798064" cy="512064"/>
          </a:xfrm>
          <a:prstGeom prst="roundRect">
            <a:avLst>
              <a:gd name="adj" fmla="val 8928"/>
            </a:avLst>
          </a:prstGeom>
          <a:solidFill>
            <a:srgbClr val="F5F5F7"/>
          </a:solidFill>
          <a:ln w="9525">
            <a:solidFill>
              <a:srgbClr val="D8D8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3017520" y="3319272"/>
            <a:ext cx="2615184" cy="512064"/>
          </a:xfrm>
          <a:prstGeom prst="rect">
            <a:avLst/>
          </a:prstGeom>
          <a:noFill/>
        </p:spPr>
        <p:txBody>
          <a:bodyPr wrap="square" lIns="0" rIns="0" tIns="0" bIns="0" anchor="ctr">
            <a:spAutoFit/>
          </a:bodyPr>
          <a:lstStyle/>
          <a:p>
            <a:pPr algn="ctr"/>
            <a:r>
              <a:rPr sz="1300" b="0">
                <a:solidFill>
                  <a:srgbClr val="424242"/>
                </a:solidFill>
                <a:latin typeface="Source Code Pro"/>
              </a:rPr>
              <a:t>Adjacent disciplines</a:t>
            </a:r>
          </a:p>
        </p:txBody>
      </p:sp>
      <p:sp>
        <p:nvSpPr>
          <p:cNvPr id="34" name="Rounded Rectangle 33"/>
          <p:cNvSpPr/>
          <p:nvPr/>
        </p:nvSpPr>
        <p:spPr>
          <a:xfrm>
            <a:off x="310896" y="2125980"/>
            <a:ext cx="1828800" cy="1005840"/>
          </a:xfrm>
          <a:prstGeom prst="roundRect">
            <a:avLst>
              <a:gd name="adj" fmla="val 4545"/>
            </a:avLst>
          </a:prstGeom>
          <a:solidFill>
            <a:srgbClr val="F5F5F7"/>
          </a:solidFill>
          <a:ln w="9525">
            <a:solidFill>
              <a:srgbClr val="D8D8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402336" y="2279904"/>
            <a:ext cx="1645920" cy="256032"/>
          </a:xfrm>
          <a:prstGeom prst="rect">
            <a:avLst/>
          </a:prstGeom>
          <a:noFill/>
        </p:spPr>
        <p:txBody>
          <a:bodyPr wrap="square" lIns="0" rIns="0" tIns="0" bIns="0" anchor="t">
            <a:spAutoFit/>
          </a:bodyPr>
          <a:lstStyle/>
          <a:p>
            <a:pPr algn="ctr">
              <a:lnSpc>
                <a:spcPct val="115000"/>
              </a:lnSpc>
            </a:pPr>
            <a:r>
              <a:rPr sz="1300" b="1">
                <a:solidFill>
                  <a:srgbClr val="424242"/>
                </a:solidFill>
                <a:latin typeface="Source Code Pro"/>
              </a:rPr>
              <a:t>Your question</a:t>
            </a:r>
          </a:p>
        </p:txBody>
      </p:sp>
      <p:sp>
        <p:nvSpPr>
          <p:cNvPr id="36" name="TextBox 35"/>
          <p:cNvSpPr txBox="1"/>
          <p:nvPr/>
        </p:nvSpPr>
        <p:spPr>
          <a:xfrm>
            <a:off x="402336" y="2627376"/>
            <a:ext cx="1645920" cy="350520"/>
          </a:xfrm>
          <a:prstGeom prst="rect">
            <a:avLst/>
          </a:prstGeom>
          <a:noFill/>
        </p:spPr>
        <p:txBody>
          <a:bodyPr wrap="square" lIns="0" rIns="0" tIns="0" bIns="0" anchor="t">
            <a:spAutoFit/>
          </a:bodyPr>
          <a:lstStyle/>
          <a:p>
            <a:pPr algn="ctr">
              <a:lnSpc>
                <a:spcPct val="115000"/>
              </a:lnSpc>
            </a:pPr>
            <a:r>
              <a:rPr sz="1200" b="0">
                <a:solidFill>
                  <a:srgbClr val="6B6B6B"/>
                </a:solidFill>
                <a:latin typeface="Source Code Pro"/>
              </a:rPr>
              <a:t>asked once, in plain words</a:t>
            </a:r>
          </a:p>
        </p:txBody>
      </p:sp>
      <p:sp>
        <p:nvSpPr>
          <p:cNvPr id="37" name="Rounded Rectangle 36"/>
          <p:cNvSpPr/>
          <p:nvPr/>
        </p:nvSpPr>
        <p:spPr>
          <a:xfrm>
            <a:off x="6967728" y="2125980"/>
            <a:ext cx="1865376" cy="1005840"/>
          </a:xfrm>
          <a:prstGeom prst="roundRect">
            <a:avLst>
              <a:gd name="adj" fmla="val 4545"/>
            </a:avLst>
          </a:prstGeom>
          <a:solidFill>
            <a:srgbClr val="FBE4EC"/>
          </a:solidFill>
          <a:ln w="12700">
            <a:solidFill>
              <a:srgbClr val="E91D6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7059168" y="2279904"/>
            <a:ext cx="1682496" cy="256032"/>
          </a:xfrm>
          <a:prstGeom prst="rect">
            <a:avLst/>
          </a:prstGeom>
          <a:noFill/>
        </p:spPr>
        <p:txBody>
          <a:bodyPr wrap="square" lIns="0" rIns="0" tIns="0" bIns="0" anchor="t">
            <a:spAutoFit/>
          </a:bodyPr>
          <a:lstStyle/>
          <a:p>
            <a:pPr algn="ctr">
              <a:lnSpc>
                <a:spcPct val="115000"/>
              </a:lnSpc>
            </a:pPr>
            <a:r>
              <a:rPr sz="1300" b="1">
                <a:solidFill>
                  <a:srgbClr val="424242"/>
                </a:solidFill>
                <a:latin typeface="Source Code Pro"/>
              </a:rPr>
              <a:t>One cited report</a:t>
            </a:r>
          </a:p>
        </p:txBody>
      </p:sp>
      <p:sp>
        <p:nvSpPr>
          <p:cNvPr id="39" name="TextBox 38"/>
          <p:cNvSpPr txBox="1"/>
          <p:nvPr/>
        </p:nvSpPr>
        <p:spPr>
          <a:xfrm>
            <a:off x="7059168" y="2627376"/>
            <a:ext cx="1682496" cy="350520"/>
          </a:xfrm>
          <a:prstGeom prst="rect">
            <a:avLst/>
          </a:prstGeom>
          <a:noFill/>
        </p:spPr>
        <p:txBody>
          <a:bodyPr wrap="square" lIns="0" rIns="0" tIns="0" bIns="0" anchor="t">
            <a:spAutoFit/>
          </a:bodyPr>
          <a:lstStyle/>
          <a:p>
            <a:pPr algn="ctr">
              <a:lnSpc>
                <a:spcPct val="115000"/>
              </a:lnSpc>
            </a:pPr>
            <a:r>
              <a:rPr sz="1200" b="0">
                <a:solidFill>
                  <a:srgbClr val="6B6B6B"/>
                </a:solidFill>
                <a:latin typeface="Source Code Pro"/>
              </a:rPr>
              <a:t>claims tied to pages</a:t>
            </a:r>
          </a:p>
        </p:txBody>
      </p:sp>
      <p:sp>
        <p:nvSpPr>
          <p:cNvPr id="40" name="Rectangle 39"/>
          <p:cNvSpPr/>
          <p:nvPr/>
        </p:nvSpPr>
        <p:spPr>
          <a:xfrm>
            <a:off x="2139696" y="2623413"/>
            <a:ext cx="347472" cy="10972"/>
          </a:xfrm>
          <a:prstGeom prst="rect">
            <a:avLst/>
          </a:prstGeom>
          <a:solidFill>
            <a:srgbClr val="ED17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Rectangle 40"/>
          <p:cNvSpPr/>
          <p:nvPr/>
        </p:nvSpPr>
        <p:spPr>
          <a:xfrm>
            <a:off x="2487168" y="1682496"/>
            <a:ext cx="10972" cy="1892808"/>
          </a:xfrm>
          <a:prstGeom prst="rect">
            <a:avLst/>
          </a:prstGeom>
          <a:solidFill>
            <a:srgbClr val="ED17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Right Arrow 41"/>
          <p:cNvSpPr/>
          <p:nvPr/>
        </p:nvSpPr>
        <p:spPr>
          <a:xfrm>
            <a:off x="2542032" y="1627632"/>
            <a:ext cx="384048" cy="109728"/>
          </a:xfrm>
          <a:prstGeom prst="rightArrow">
            <a:avLst/>
          </a:prstGeom>
          <a:solidFill>
            <a:srgbClr val="ED17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ight Arrow 42"/>
          <p:cNvSpPr/>
          <p:nvPr/>
        </p:nvSpPr>
        <p:spPr>
          <a:xfrm>
            <a:off x="2542032" y="2258568"/>
            <a:ext cx="384048" cy="109728"/>
          </a:xfrm>
          <a:prstGeom prst="rightArrow">
            <a:avLst/>
          </a:prstGeom>
          <a:solidFill>
            <a:srgbClr val="ED17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ight Arrow 43"/>
          <p:cNvSpPr/>
          <p:nvPr/>
        </p:nvSpPr>
        <p:spPr>
          <a:xfrm>
            <a:off x="2542032" y="2889503"/>
            <a:ext cx="384048" cy="109728"/>
          </a:xfrm>
          <a:prstGeom prst="rightArrow">
            <a:avLst/>
          </a:prstGeom>
          <a:solidFill>
            <a:srgbClr val="ED17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ight Arrow 44"/>
          <p:cNvSpPr/>
          <p:nvPr/>
        </p:nvSpPr>
        <p:spPr>
          <a:xfrm>
            <a:off x="2542032" y="3520440"/>
            <a:ext cx="384048" cy="109728"/>
          </a:xfrm>
          <a:prstGeom prst="rightArrow">
            <a:avLst/>
          </a:prstGeom>
          <a:solidFill>
            <a:srgbClr val="ED17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ight Arrow 45"/>
          <p:cNvSpPr/>
          <p:nvPr/>
        </p:nvSpPr>
        <p:spPr>
          <a:xfrm>
            <a:off x="5724144" y="1627632"/>
            <a:ext cx="859536" cy="109728"/>
          </a:xfrm>
          <a:prstGeom prst="rightArrow">
            <a:avLst/>
          </a:prstGeom>
          <a:solidFill>
            <a:srgbClr val="ED17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ight Arrow 46"/>
          <p:cNvSpPr/>
          <p:nvPr/>
        </p:nvSpPr>
        <p:spPr>
          <a:xfrm>
            <a:off x="5724144" y="2258568"/>
            <a:ext cx="859536" cy="109728"/>
          </a:xfrm>
          <a:prstGeom prst="rightArrow">
            <a:avLst/>
          </a:prstGeom>
          <a:solidFill>
            <a:srgbClr val="ED17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ight Arrow 47"/>
          <p:cNvSpPr/>
          <p:nvPr/>
        </p:nvSpPr>
        <p:spPr>
          <a:xfrm>
            <a:off x="5724144" y="2889503"/>
            <a:ext cx="859536" cy="109728"/>
          </a:xfrm>
          <a:prstGeom prst="rightArrow">
            <a:avLst/>
          </a:prstGeom>
          <a:solidFill>
            <a:srgbClr val="ED17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ight Arrow 48"/>
          <p:cNvSpPr/>
          <p:nvPr/>
        </p:nvSpPr>
        <p:spPr>
          <a:xfrm>
            <a:off x="5724144" y="3520440"/>
            <a:ext cx="859536" cy="109728"/>
          </a:xfrm>
          <a:prstGeom prst="rightArrow">
            <a:avLst/>
          </a:prstGeom>
          <a:solidFill>
            <a:srgbClr val="ED17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6583680" y="1682496"/>
            <a:ext cx="10972" cy="1892808"/>
          </a:xfrm>
          <a:prstGeom prst="rect">
            <a:avLst/>
          </a:prstGeom>
          <a:solidFill>
            <a:srgbClr val="ED17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Right Arrow 50"/>
          <p:cNvSpPr/>
          <p:nvPr/>
        </p:nvSpPr>
        <p:spPr>
          <a:xfrm>
            <a:off x="6583680" y="2574036"/>
            <a:ext cx="384048" cy="109728"/>
          </a:xfrm>
          <a:prstGeom prst="rightArrow">
            <a:avLst/>
          </a:prstGeom>
          <a:solidFill>
            <a:srgbClr val="ED17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2926080" y="3950208"/>
            <a:ext cx="2798064" cy="411480"/>
          </a:xfrm>
          <a:prstGeom prst="rect">
            <a:avLst/>
          </a:prstGeom>
          <a:noFill/>
        </p:spPr>
        <p:txBody>
          <a:bodyPr wrap="square" lIns="0" rIns="0" tIns="0" bIns="0" anchor="t">
            <a:spAutoFit/>
          </a:bodyPr>
          <a:lstStyle/>
          <a:p>
            <a:pPr algn="l">
              <a:lnSpc>
                <a:spcPct val="125000"/>
              </a:lnSpc>
            </a:pPr>
            <a:r>
              <a:rPr sz="1200" b="0">
                <a:solidFill>
                  <a:srgbClr val="6B6B6B"/>
                </a:solidFill>
                <a:latin typeface="Source Code Pro"/>
              </a:rPr>
              <a:t>Plus two dozen more, written as it learns what to ask next.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Loop It Runs</a:t>
            </a:r>
          </a:p>
        </p:txBody>
      </p:sp>
      <p:sp>
        <p:nvSpPr>
          <p:cNvPr id="25" name="Google Shape;25;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26" name="Rounded Rectangle 25"/>
          <p:cNvSpPr/>
          <p:nvPr/>
        </p:nvSpPr>
        <p:spPr>
          <a:xfrm>
            <a:off x="310896" y="1426464"/>
            <a:ext cx="5029200" cy="475488"/>
          </a:xfrm>
          <a:prstGeom prst="roundRect">
            <a:avLst>
              <a:gd name="adj" fmla="val 11538"/>
            </a:avLst>
          </a:prstGeom>
          <a:solidFill>
            <a:srgbClr val="F5F5F7"/>
          </a:solidFill>
          <a:ln w="9525">
            <a:solidFill>
              <a:srgbClr val="D8D8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475488" y="1426464"/>
            <a:ext cx="292608" cy="475488"/>
          </a:xfrm>
          <a:prstGeom prst="rect">
            <a:avLst/>
          </a:prstGeom>
          <a:noFill/>
        </p:spPr>
        <p:txBody>
          <a:bodyPr wrap="square" lIns="0" rIns="0" tIns="0" bIns="0" anchor="ctr">
            <a:spAutoFit/>
          </a:bodyPr>
          <a:lstStyle/>
          <a:p>
            <a:pPr algn="l"/>
            <a:r>
              <a:rPr sz="1300" b="1">
                <a:solidFill>
                  <a:srgbClr val="E91D63"/>
                </a:solidFill>
                <a:latin typeface="Source Code Pro"/>
              </a:rPr>
              <a:t>1</a:t>
            </a:r>
          </a:p>
        </p:txBody>
      </p:sp>
      <p:sp>
        <p:nvSpPr>
          <p:cNvPr id="28" name="TextBox 27"/>
          <p:cNvSpPr txBox="1"/>
          <p:nvPr/>
        </p:nvSpPr>
        <p:spPr>
          <a:xfrm>
            <a:off x="822960" y="1426464"/>
            <a:ext cx="4352544" cy="475488"/>
          </a:xfrm>
          <a:prstGeom prst="rect">
            <a:avLst/>
          </a:prstGeom>
          <a:noFill/>
        </p:spPr>
        <p:txBody>
          <a:bodyPr wrap="square" lIns="0" rIns="0" tIns="0" bIns="0" anchor="ctr">
            <a:spAutoFit/>
          </a:bodyPr>
          <a:lstStyle/>
          <a:p>
            <a:pPr algn="l"/>
            <a:r>
              <a:rPr sz="1300" b="0">
                <a:solidFill>
                  <a:srgbClr val="424242"/>
                </a:solidFill>
                <a:latin typeface="Source Code Pro"/>
              </a:rPr>
              <a:t>It turns your question into a plan.</a:t>
            </a:r>
          </a:p>
        </p:txBody>
      </p:sp>
      <p:sp>
        <p:nvSpPr>
          <p:cNvPr id="29" name="Rounded Rectangle 28"/>
          <p:cNvSpPr/>
          <p:nvPr/>
        </p:nvSpPr>
        <p:spPr>
          <a:xfrm>
            <a:off x="310896" y="2029968"/>
            <a:ext cx="5029200" cy="475488"/>
          </a:xfrm>
          <a:prstGeom prst="roundRect">
            <a:avLst>
              <a:gd name="adj" fmla="val 11538"/>
            </a:avLst>
          </a:prstGeom>
          <a:solidFill>
            <a:srgbClr val="F5F5F7"/>
          </a:solidFill>
          <a:ln w="9525">
            <a:solidFill>
              <a:srgbClr val="D8D8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475488" y="2029968"/>
            <a:ext cx="292608" cy="475488"/>
          </a:xfrm>
          <a:prstGeom prst="rect">
            <a:avLst/>
          </a:prstGeom>
          <a:noFill/>
        </p:spPr>
        <p:txBody>
          <a:bodyPr wrap="square" lIns="0" rIns="0" tIns="0" bIns="0" anchor="ctr">
            <a:spAutoFit/>
          </a:bodyPr>
          <a:lstStyle/>
          <a:p>
            <a:pPr algn="l"/>
            <a:r>
              <a:rPr sz="1300" b="1">
                <a:solidFill>
                  <a:srgbClr val="E91D63"/>
                </a:solidFill>
                <a:latin typeface="Source Code Pro"/>
              </a:rPr>
              <a:t>2</a:t>
            </a:r>
          </a:p>
        </p:txBody>
      </p:sp>
      <p:sp>
        <p:nvSpPr>
          <p:cNvPr id="31" name="TextBox 30"/>
          <p:cNvSpPr txBox="1"/>
          <p:nvPr/>
        </p:nvSpPr>
        <p:spPr>
          <a:xfrm>
            <a:off x="822960" y="2029968"/>
            <a:ext cx="4352544" cy="475488"/>
          </a:xfrm>
          <a:prstGeom prst="rect">
            <a:avLst/>
          </a:prstGeom>
          <a:noFill/>
        </p:spPr>
        <p:txBody>
          <a:bodyPr wrap="square" lIns="0" rIns="0" tIns="0" bIns="0" anchor="ctr">
            <a:spAutoFit/>
          </a:bodyPr>
          <a:lstStyle/>
          <a:p>
            <a:pPr algn="l"/>
            <a:r>
              <a:rPr sz="1300" b="0">
                <a:solidFill>
                  <a:srgbClr val="424242"/>
                </a:solidFill>
                <a:latin typeface="Source Code Pro"/>
              </a:rPr>
              <a:t>It writes its own search queries.</a:t>
            </a:r>
          </a:p>
        </p:txBody>
      </p:sp>
      <p:sp>
        <p:nvSpPr>
          <p:cNvPr id="32" name="Rounded Rectangle 31"/>
          <p:cNvSpPr/>
          <p:nvPr/>
        </p:nvSpPr>
        <p:spPr>
          <a:xfrm>
            <a:off x="310896" y="2633472"/>
            <a:ext cx="5029200" cy="475488"/>
          </a:xfrm>
          <a:prstGeom prst="roundRect">
            <a:avLst>
              <a:gd name="adj" fmla="val 11538"/>
            </a:avLst>
          </a:prstGeom>
          <a:solidFill>
            <a:srgbClr val="F5F5F7"/>
          </a:solidFill>
          <a:ln w="9525">
            <a:solidFill>
              <a:srgbClr val="D8D8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475488" y="2633472"/>
            <a:ext cx="292608" cy="475488"/>
          </a:xfrm>
          <a:prstGeom prst="rect">
            <a:avLst/>
          </a:prstGeom>
          <a:noFill/>
        </p:spPr>
        <p:txBody>
          <a:bodyPr wrap="square" lIns="0" rIns="0" tIns="0" bIns="0" anchor="ctr">
            <a:spAutoFit/>
          </a:bodyPr>
          <a:lstStyle/>
          <a:p>
            <a:pPr algn="l"/>
            <a:r>
              <a:rPr sz="1300" b="1">
                <a:solidFill>
                  <a:srgbClr val="E91D63"/>
                </a:solidFill>
                <a:latin typeface="Source Code Pro"/>
              </a:rPr>
              <a:t>3</a:t>
            </a:r>
          </a:p>
        </p:txBody>
      </p:sp>
      <p:sp>
        <p:nvSpPr>
          <p:cNvPr id="34" name="TextBox 33"/>
          <p:cNvSpPr txBox="1"/>
          <p:nvPr/>
        </p:nvSpPr>
        <p:spPr>
          <a:xfrm>
            <a:off x="822960" y="2633472"/>
            <a:ext cx="4352544" cy="475488"/>
          </a:xfrm>
          <a:prstGeom prst="rect">
            <a:avLst/>
          </a:prstGeom>
          <a:noFill/>
        </p:spPr>
        <p:txBody>
          <a:bodyPr wrap="square" lIns="0" rIns="0" tIns="0" bIns="0" anchor="ctr">
            <a:spAutoFit/>
          </a:bodyPr>
          <a:lstStyle/>
          <a:p>
            <a:pPr algn="l"/>
            <a:r>
              <a:rPr sz="1300" b="0">
                <a:solidFill>
                  <a:srgbClr val="424242"/>
                </a:solidFill>
                <a:latin typeface="Source Code Pro"/>
              </a:rPr>
              <a:t>It opens pages and reads them.</a:t>
            </a:r>
          </a:p>
        </p:txBody>
      </p:sp>
      <p:sp>
        <p:nvSpPr>
          <p:cNvPr id="35" name="Rounded Rectangle 34"/>
          <p:cNvSpPr/>
          <p:nvPr/>
        </p:nvSpPr>
        <p:spPr>
          <a:xfrm>
            <a:off x="310896" y="3236976"/>
            <a:ext cx="5029200" cy="475488"/>
          </a:xfrm>
          <a:prstGeom prst="roundRect">
            <a:avLst>
              <a:gd name="adj" fmla="val 11538"/>
            </a:avLst>
          </a:prstGeom>
          <a:solidFill>
            <a:srgbClr val="F5F5F7"/>
          </a:solidFill>
          <a:ln w="9525">
            <a:solidFill>
              <a:srgbClr val="D8D8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475488" y="3236976"/>
            <a:ext cx="292608" cy="475488"/>
          </a:xfrm>
          <a:prstGeom prst="rect">
            <a:avLst/>
          </a:prstGeom>
          <a:noFill/>
        </p:spPr>
        <p:txBody>
          <a:bodyPr wrap="square" lIns="0" rIns="0" tIns="0" bIns="0" anchor="ctr">
            <a:spAutoFit/>
          </a:bodyPr>
          <a:lstStyle/>
          <a:p>
            <a:pPr algn="l"/>
            <a:r>
              <a:rPr sz="1300" b="1">
                <a:solidFill>
                  <a:srgbClr val="E91D63"/>
                </a:solidFill>
                <a:latin typeface="Source Code Pro"/>
              </a:rPr>
              <a:t>4</a:t>
            </a:r>
          </a:p>
        </p:txBody>
      </p:sp>
      <p:sp>
        <p:nvSpPr>
          <p:cNvPr id="37" name="TextBox 36"/>
          <p:cNvSpPr txBox="1"/>
          <p:nvPr/>
        </p:nvSpPr>
        <p:spPr>
          <a:xfrm>
            <a:off x="822960" y="3236976"/>
            <a:ext cx="4352544" cy="475488"/>
          </a:xfrm>
          <a:prstGeom prst="rect">
            <a:avLst/>
          </a:prstGeom>
          <a:noFill/>
        </p:spPr>
        <p:txBody>
          <a:bodyPr wrap="square" lIns="0" rIns="0" tIns="0" bIns="0" anchor="ctr">
            <a:spAutoFit/>
          </a:bodyPr>
          <a:lstStyle/>
          <a:p>
            <a:pPr algn="l"/>
            <a:r>
              <a:rPr sz="1300" b="0">
                <a:solidFill>
                  <a:srgbClr val="424242"/>
                </a:solidFill>
                <a:latin typeface="Source Code Pro"/>
              </a:rPr>
              <a:t>It notices what is still missing.</a:t>
            </a:r>
          </a:p>
        </p:txBody>
      </p:sp>
      <p:sp>
        <p:nvSpPr>
          <p:cNvPr id="38" name="Rounded Rectangle 37"/>
          <p:cNvSpPr/>
          <p:nvPr/>
        </p:nvSpPr>
        <p:spPr>
          <a:xfrm>
            <a:off x="310896" y="3840480"/>
            <a:ext cx="5029200" cy="475488"/>
          </a:xfrm>
          <a:prstGeom prst="roundRect">
            <a:avLst>
              <a:gd name="adj" fmla="val 11538"/>
            </a:avLst>
          </a:prstGeom>
          <a:solidFill>
            <a:srgbClr val="F5F5F7"/>
          </a:solidFill>
          <a:ln w="9525">
            <a:solidFill>
              <a:srgbClr val="D8D8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475488" y="3840480"/>
            <a:ext cx="292608" cy="475488"/>
          </a:xfrm>
          <a:prstGeom prst="rect">
            <a:avLst/>
          </a:prstGeom>
          <a:noFill/>
        </p:spPr>
        <p:txBody>
          <a:bodyPr wrap="square" lIns="0" rIns="0" tIns="0" bIns="0" anchor="ctr">
            <a:spAutoFit/>
          </a:bodyPr>
          <a:lstStyle/>
          <a:p>
            <a:pPr algn="l"/>
            <a:r>
              <a:rPr sz="1300" b="1">
                <a:solidFill>
                  <a:srgbClr val="E91D63"/>
                </a:solidFill>
                <a:latin typeface="Source Code Pro"/>
              </a:rPr>
              <a:t>5</a:t>
            </a:r>
          </a:p>
        </p:txBody>
      </p:sp>
      <p:sp>
        <p:nvSpPr>
          <p:cNvPr id="40" name="TextBox 39"/>
          <p:cNvSpPr txBox="1"/>
          <p:nvPr/>
        </p:nvSpPr>
        <p:spPr>
          <a:xfrm>
            <a:off x="822960" y="3840480"/>
            <a:ext cx="4352544" cy="475488"/>
          </a:xfrm>
          <a:prstGeom prst="rect">
            <a:avLst/>
          </a:prstGeom>
          <a:noFill/>
        </p:spPr>
        <p:txBody>
          <a:bodyPr wrap="square" lIns="0" rIns="0" tIns="0" bIns="0" anchor="ctr">
            <a:spAutoFit/>
          </a:bodyPr>
          <a:lstStyle/>
          <a:p>
            <a:pPr algn="l"/>
            <a:r>
              <a:rPr sz="1300" b="0">
                <a:solidFill>
                  <a:srgbClr val="424242"/>
                </a:solidFill>
                <a:latin typeface="Source Code Pro"/>
              </a:rPr>
              <a:t>It searches again, until it stops learning.</a:t>
            </a:r>
          </a:p>
        </p:txBody>
      </p:sp>
      <p:sp>
        <p:nvSpPr>
          <p:cNvPr id="41" name="TextBox 40"/>
          <p:cNvSpPr txBox="1"/>
          <p:nvPr/>
        </p:nvSpPr>
        <p:spPr>
          <a:xfrm>
            <a:off x="5669280" y="1481328"/>
            <a:ext cx="3163824" cy="1234440"/>
          </a:xfrm>
          <a:prstGeom prst="rect">
            <a:avLst/>
          </a:prstGeom>
          <a:noFill/>
        </p:spPr>
        <p:txBody>
          <a:bodyPr wrap="square" lIns="0" rIns="0" tIns="0" bIns="0" anchor="t">
            <a:spAutoFit/>
          </a:bodyPr>
          <a:lstStyle/>
          <a:p>
            <a:pPr algn="l">
              <a:lnSpc>
                <a:spcPct val="125000"/>
              </a:lnSpc>
            </a:pPr>
            <a:r>
              <a:rPr sz="1200" b="0">
                <a:solidFill>
                  <a:srgbClr val="6B6B6B"/>
                </a:solidFill>
                <a:latin typeface="Source Code Pro"/>
              </a:rPr>
              <a:t>The loop is the whole idea. A single search answers the question you typed. This one decides what to ask next, and keeps going until more searching stops changing the answer. Step one is your cheapest moment to steer it.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Report Is Written from What It Read</a:t>
            </a:r>
          </a:p>
        </p:txBody>
      </p:sp>
      <p:sp>
        <p:nvSpPr>
          <p:cNvPr id="25" name="Google Shape;25;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26" name="Rounded Rectangle 25"/>
          <p:cNvSpPr/>
          <p:nvPr/>
        </p:nvSpPr>
        <p:spPr>
          <a:xfrm>
            <a:off x="310896" y="1426464"/>
            <a:ext cx="5212080" cy="603504"/>
          </a:xfrm>
          <a:prstGeom prst="roundRect">
            <a:avLst>
              <a:gd name="adj" fmla="val 6060"/>
            </a:avLst>
          </a:prstGeom>
          <a:solidFill>
            <a:srgbClr val="F5F5F7"/>
          </a:solidFill>
          <a:ln w="9525">
            <a:solidFill>
              <a:srgbClr val="D8D8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457200" y="1426464"/>
            <a:ext cx="2710281" cy="603504"/>
          </a:xfrm>
          <a:prstGeom prst="rect">
            <a:avLst/>
          </a:prstGeom>
          <a:noFill/>
        </p:spPr>
        <p:txBody>
          <a:bodyPr wrap="square" lIns="0" rIns="0" tIns="0" bIns="0" anchor="ctr">
            <a:spAutoFit/>
          </a:bodyPr>
          <a:lstStyle/>
          <a:p>
            <a:pPr algn="l"/>
            <a:r>
              <a:rPr sz="1300" b="0">
                <a:solidFill>
                  <a:srgbClr val="424242"/>
                </a:solidFill>
                <a:latin typeface="Source Code Pro"/>
              </a:rPr>
              <a:t>Your question</a:t>
            </a:r>
          </a:p>
        </p:txBody>
      </p:sp>
      <p:sp>
        <p:nvSpPr>
          <p:cNvPr id="28" name="TextBox 27"/>
          <p:cNvSpPr txBox="1"/>
          <p:nvPr/>
        </p:nvSpPr>
        <p:spPr>
          <a:xfrm>
            <a:off x="3177540" y="1426464"/>
            <a:ext cx="2094890" cy="603504"/>
          </a:xfrm>
          <a:prstGeom prst="rect">
            <a:avLst/>
          </a:prstGeom>
          <a:noFill/>
        </p:spPr>
        <p:txBody>
          <a:bodyPr wrap="square" lIns="0" rIns="0" tIns="0" bIns="0" anchor="ctr">
            <a:spAutoFit/>
          </a:bodyPr>
          <a:lstStyle/>
          <a:p>
            <a:pPr algn="r"/>
            <a:r>
              <a:rPr sz="1200" b="0">
                <a:solidFill>
                  <a:srgbClr val="6B6B6B"/>
                </a:solidFill>
                <a:latin typeface="Source Code Pro"/>
              </a:rPr>
              <a:t>restated as a plan</a:t>
            </a:r>
          </a:p>
        </p:txBody>
      </p:sp>
      <p:sp>
        <p:nvSpPr>
          <p:cNvPr id="29" name="Rounded Rectangle 28"/>
          <p:cNvSpPr/>
          <p:nvPr/>
        </p:nvSpPr>
        <p:spPr>
          <a:xfrm>
            <a:off x="310896" y="2093976"/>
            <a:ext cx="5212080" cy="603504"/>
          </a:xfrm>
          <a:prstGeom prst="roundRect">
            <a:avLst>
              <a:gd name="adj" fmla="val 6060"/>
            </a:avLst>
          </a:prstGeom>
          <a:solidFill>
            <a:srgbClr val="FBE4EC"/>
          </a:solidFill>
          <a:ln w="12700">
            <a:solidFill>
              <a:srgbClr val="E91D6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457200" y="2093976"/>
            <a:ext cx="2710281" cy="603504"/>
          </a:xfrm>
          <a:prstGeom prst="rect">
            <a:avLst/>
          </a:prstGeom>
          <a:noFill/>
        </p:spPr>
        <p:txBody>
          <a:bodyPr wrap="square" lIns="0" rIns="0" tIns="0" bIns="0" anchor="ctr">
            <a:spAutoFit/>
          </a:bodyPr>
          <a:lstStyle/>
          <a:p>
            <a:pPr algn="l"/>
            <a:r>
              <a:rPr sz="1300" b="1">
                <a:solidFill>
                  <a:srgbClr val="424242"/>
                </a:solidFill>
                <a:latin typeface="Source Code Pro"/>
              </a:rPr>
              <a:t>Pages it opened</a:t>
            </a:r>
          </a:p>
        </p:txBody>
      </p:sp>
      <p:sp>
        <p:nvSpPr>
          <p:cNvPr id="31" name="TextBox 30"/>
          <p:cNvSpPr txBox="1"/>
          <p:nvPr/>
        </p:nvSpPr>
        <p:spPr>
          <a:xfrm>
            <a:off x="3177540" y="2093976"/>
            <a:ext cx="2094890" cy="603504"/>
          </a:xfrm>
          <a:prstGeom prst="rect">
            <a:avLst/>
          </a:prstGeom>
          <a:noFill/>
        </p:spPr>
        <p:txBody>
          <a:bodyPr wrap="square" lIns="0" rIns="0" tIns="0" bIns="0" anchor="ctr">
            <a:spAutoFit/>
          </a:bodyPr>
          <a:lstStyle/>
          <a:p>
            <a:pPr algn="r"/>
            <a:r>
              <a:rPr sz="1200" b="0">
                <a:solidFill>
                  <a:srgbClr val="6B6B6B"/>
                </a:solidFill>
                <a:latin typeface="Source Code Pro"/>
              </a:rPr>
              <a:t>whatever the searches found</a:t>
            </a:r>
          </a:p>
        </p:txBody>
      </p:sp>
      <p:sp>
        <p:nvSpPr>
          <p:cNvPr id="32" name="Rounded Rectangle 31"/>
          <p:cNvSpPr/>
          <p:nvPr/>
        </p:nvSpPr>
        <p:spPr>
          <a:xfrm>
            <a:off x="310896" y="2761488"/>
            <a:ext cx="5212080" cy="603504"/>
          </a:xfrm>
          <a:prstGeom prst="roundRect">
            <a:avLst>
              <a:gd name="adj" fmla="val 6060"/>
            </a:avLst>
          </a:prstGeom>
          <a:solidFill>
            <a:srgbClr val="F5F5F7"/>
          </a:solidFill>
          <a:ln w="9525">
            <a:solidFill>
              <a:srgbClr val="D8D8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457200" y="2761488"/>
            <a:ext cx="2710281" cy="603504"/>
          </a:xfrm>
          <a:prstGeom prst="rect">
            <a:avLst/>
          </a:prstGeom>
          <a:noFill/>
        </p:spPr>
        <p:txBody>
          <a:bodyPr wrap="square" lIns="0" rIns="0" tIns="0" bIns="0" anchor="ctr">
            <a:spAutoFit/>
          </a:bodyPr>
          <a:lstStyle/>
          <a:p>
            <a:pPr algn="l"/>
            <a:r>
              <a:rPr sz="1300" b="0">
                <a:solidFill>
                  <a:srgbClr val="424242"/>
                </a:solidFill>
                <a:latin typeface="Source Code Pro"/>
              </a:rPr>
              <a:t>Notes it kept</a:t>
            </a:r>
          </a:p>
        </p:txBody>
      </p:sp>
      <p:sp>
        <p:nvSpPr>
          <p:cNvPr id="34" name="TextBox 33"/>
          <p:cNvSpPr txBox="1"/>
          <p:nvPr/>
        </p:nvSpPr>
        <p:spPr>
          <a:xfrm>
            <a:off x="3177540" y="2761488"/>
            <a:ext cx="2094890" cy="603504"/>
          </a:xfrm>
          <a:prstGeom prst="rect">
            <a:avLst/>
          </a:prstGeom>
          <a:noFill/>
        </p:spPr>
        <p:txBody>
          <a:bodyPr wrap="square" lIns="0" rIns="0" tIns="0" bIns="0" anchor="ctr">
            <a:spAutoFit/>
          </a:bodyPr>
          <a:lstStyle/>
          <a:p>
            <a:pPr algn="r"/>
            <a:r>
              <a:rPr sz="1200" b="0">
                <a:solidFill>
                  <a:srgbClr val="6B6B6B"/>
                </a:solidFill>
                <a:latin typeface="Source Code Pro"/>
              </a:rPr>
              <a:t>from its earlier steps</a:t>
            </a:r>
          </a:p>
        </p:txBody>
      </p:sp>
      <p:sp>
        <p:nvSpPr>
          <p:cNvPr id="35" name="Down Arrow 34"/>
          <p:cNvSpPr/>
          <p:nvPr/>
        </p:nvSpPr>
        <p:spPr>
          <a:xfrm>
            <a:off x="2743200" y="3465576"/>
            <a:ext cx="310896" cy="201168"/>
          </a:xfrm>
          <a:prstGeom prst="downArrow">
            <a:avLst/>
          </a:prstGeom>
          <a:solidFill>
            <a:srgbClr val="ED17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310896" y="3758184"/>
            <a:ext cx="5212080" cy="566928"/>
          </a:xfrm>
          <a:prstGeom prst="roundRect">
            <a:avLst>
              <a:gd name="adj" fmla="val 8064"/>
            </a:avLst>
          </a:prstGeom>
          <a:solidFill>
            <a:srgbClr val="FBE4EC"/>
          </a:solidFill>
          <a:ln w="12700">
            <a:solidFill>
              <a:srgbClr val="E91D6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402336" y="3758184"/>
            <a:ext cx="5029200" cy="566928"/>
          </a:xfrm>
          <a:prstGeom prst="rect">
            <a:avLst/>
          </a:prstGeom>
          <a:noFill/>
        </p:spPr>
        <p:txBody>
          <a:bodyPr wrap="square" lIns="0" rIns="0" tIns="0" bIns="0" anchor="ctr">
            <a:spAutoFit/>
          </a:bodyPr>
          <a:lstStyle/>
          <a:p>
            <a:pPr algn="ctr"/>
            <a:r>
              <a:rPr sz="1300" b="1">
                <a:solidFill>
                  <a:srgbClr val="424242"/>
                </a:solidFill>
                <a:latin typeface="Source Code Pro"/>
              </a:rPr>
              <a:t>Everything the report is built from</a:t>
            </a:r>
          </a:p>
        </p:txBody>
      </p:sp>
      <p:sp>
        <p:nvSpPr>
          <p:cNvPr id="38" name="TextBox 37"/>
          <p:cNvSpPr txBox="1"/>
          <p:nvPr/>
        </p:nvSpPr>
        <p:spPr>
          <a:xfrm>
            <a:off x="5760720" y="1481328"/>
            <a:ext cx="3072384" cy="1234440"/>
          </a:xfrm>
          <a:prstGeom prst="rect">
            <a:avLst/>
          </a:prstGeom>
          <a:noFill/>
        </p:spPr>
        <p:txBody>
          <a:bodyPr wrap="square" lIns="0" rIns="0" tIns="0" bIns="0" anchor="t">
            <a:spAutoFit/>
          </a:bodyPr>
          <a:lstStyle/>
          <a:p>
            <a:pPr algn="l">
              <a:lnSpc>
                <a:spcPct val="125000"/>
              </a:lnSpc>
            </a:pPr>
            <a:r>
              <a:rPr sz="1200" b="0">
                <a:solidFill>
                  <a:srgbClr val="6B6B6B"/>
                </a:solidFill>
                <a:latin typeface="Source Code Pro"/>
              </a:rPr>
              <a:t>Nothing else reaches the model. A peer-reviewed paper and a personal blog arrive as the same kind of text, and the model has no way to tell nothing in the mechanism ranks one above the other.</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Why It Matters - It Buys the Hours, and It Charges for Them</a:t>
            </a:r>
          </a:p>
        </p:txBody>
      </p:sp>
      <p:sp>
        <p:nvSpPr>
          <p:cNvPr id="25" name="Google Shape;25;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graphicFrame>
        <p:nvGraphicFramePr>
          <p:cNvPr id="26" name="Table 25"/>
          <p:cNvGraphicFramePr>
            <a:graphicFrameLocks noGrp="1"/>
          </p:cNvGraphicFramePr>
          <p:nvPr/>
        </p:nvGraphicFramePr>
        <p:xfrm>
          <a:off x="310896" y="1426464"/>
          <a:ext cx="8522207" cy="1920240"/>
        </p:xfrm>
        <a:graphic>
          <a:graphicData uri="http://schemas.openxmlformats.org/drawingml/2006/table">
            <a:tbl>
              <a:tblPr>
                <a:tableStyleId>{2D5ABB26-0587-4C30-8999-92F81FD0307C}</a:tableStyleId>
              </a:tblPr>
              <a:tblGrid>
                <a:gridCol w="1924369"/>
                <a:gridCol w="3298919"/>
                <a:gridCol w="3298919"/>
              </a:tblGrid>
              <a:tr h="384048">
                <a:tc>
                  <a:txBody>
                    <a:bodyPr wrap="square"/>
                    <a:lstStyle/>
                    <a:p>
                      <a:r>
                        <a:rPr sz="1200" b="1">
                          <a:solidFill>
                            <a:srgbClr val="424242"/>
                          </a:solidFill>
                          <a:latin typeface="Source Code Pro"/>
                        </a:rPr>
                        <a:t/>
                      </a:r>
                    </a:p>
                  </a:txBody>
                  <a:tcPr marL="91440" marR="91440" marT="36576" marB="36576" anchor="ctr">
                    <a:lnT w="9525" cap="flat">
                      <a:solidFill>
                        <a:srgbClr val="D8D8DE"/>
                      </a:solidFill>
                    </a:lnT>
                    <a:lnB w="15875" cap="flat">
                      <a:solidFill>
                        <a:srgbClr val="424242"/>
                      </a:solidFill>
                    </a:lnB>
                    <a:solidFill>
                      <a:srgbClr val="FFFFFF"/>
                    </a:solidFill>
                  </a:tcPr>
                </a:tc>
                <a:tc>
                  <a:txBody>
                    <a:bodyPr wrap="square"/>
                    <a:lstStyle/>
                    <a:p>
                      <a:r>
                        <a:rPr sz="1200" b="1">
                          <a:solidFill>
                            <a:srgbClr val="424242"/>
                          </a:solidFill>
                          <a:latin typeface="Source Code Pro"/>
                        </a:rPr>
                        <a:t>Researching it yourself</a:t>
                      </a:r>
                    </a:p>
                  </a:txBody>
                  <a:tcPr marL="91440" marR="91440" marT="36576" marB="36576" anchor="ctr">
                    <a:lnT w="9525" cap="flat">
                      <a:solidFill>
                        <a:srgbClr val="D8D8DE"/>
                      </a:solidFill>
                    </a:lnT>
                    <a:lnB w="15875" cap="flat">
                      <a:solidFill>
                        <a:srgbClr val="424242"/>
                      </a:solidFill>
                    </a:lnB>
                    <a:solidFill>
                      <a:srgbClr val="FFFFFF"/>
                    </a:solidFill>
                  </a:tcPr>
                </a:tc>
                <a:tc>
                  <a:txBody>
                    <a:bodyPr wrap="square"/>
                    <a:lstStyle/>
                    <a:p>
                      <a:r>
                        <a:rPr sz="1200" b="1">
                          <a:solidFill>
                            <a:srgbClr val="424242"/>
                          </a:solidFill>
                          <a:latin typeface="Source Code Pro"/>
                        </a:rPr>
                        <a:t>Delegating the research</a:t>
                      </a:r>
                    </a:p>
                  </a:txBody>
                  <a:tcPr marL="91440" marR="91440" marT="36576" marB="36576" anchor="ctr">
                    <a:lnT w="9525" cap="flat">
                      <a:solidFill>
                        <a:srgbClr val="D8D8DE"/>
                      </a:solidFill>
                    </a:lnT>
                    <a:lnB w="15875" cap="flat">
                      <a:solidFill>
                        <a:srgbClr val="424242"/>
                      </a:solidFill>
                    </a:lnB>
                    <a:solidFill>
                      <a:srgbClr val="FFFFFF"/>
                    </a:solidFill>
                  </a:tcPr>
                </a:tc>
              </a:tr>
              <a:tr h="384048">
                <a:tc>
                  <a:txBody>
                    <a:bodyPr wrap="square"/>
                    <a:lstStyle/>
                    <a:p>
                      <a:r>
                        <a:rPr sz="1200" b="0">
                          <a:solidFill>
                            <a:srgbClr val="424242"/>
                          </a:solidFill>
                          <a:latin typeface="Source Code Pro"/>
                        </a:rPr>
                        <a:t>Your afternoon</a:t>
                      </a:r>
                    </a:p>
                  </a:txBody>
                  <a:tcPr marL="91440" marR="91440" marT="36576" marB="36576" anchor="ctr">
                    <a:lnB w="9525" cap="flat">
                      <a:solidFill>
                        <a:srgbClr val="D8D8DE"/>
                      </a:solidFill>
                    </a:lnB>
                    <a:solidFill>
                      <a:srgbClr val="FFFFFF"/>
                    </a:solidFill>
                  </a:tcPr>
                </a:tc>
                <a:tc>
                  <a:txBody>
                    <a:bodyPr wrap="square"/>
                    <a:lstStyle/>
                    <a:p>
                      <a:r>
                        <a:rPr sz="1200" b="0">
                          <a:solidFill>
                            <a:srgbClr val="424242"/>
                          </a:solidFill>
                          <a:latin typeface="Source Code Pro"/>
                        </a:rPr>
                        <a:t>Spent finding sources</a:t>
                      </a:r>
                    </a:p>
                  </a:txBody>
                  <a:tcPr marL="91440" marR="91440" marT="36576" marB="36576" anchor="ctr">
                    <a:lnB w="9525" cap="flat">
                      <a:solidFill>
                        <a:srgbClr val="D8D8DE"/>
                      </a:solidFill>
                    </a:lnB>
                    <a:solidFill>
                      <a:srgbClr val="FFFFFF"/>
                    </a:solidFill>
                  </a:tcPr>
                </a:tc>
                <a:tc>
                  <a:txBody>
                    <a:bodyPr wrap="square"/>
                    <a:lstStyle/>
                    <a:p>
                      <a:r>
                        <a:rPr sz="1200" b="0">
                          <a:solidFill>
                            <a:srgbClr val="424242"/>
                          </a:solidFill>
                          <a:latin typeface="Source Code Pro"/>
                        </a:rPr>
                        <a:t>Spent judging them</a:t>
                      </a:r>
                    </a:p>
                  </a:txBody>
                  <a:tcPr marL="91440" marR="91440" marT="36576" marB="36576" anchor="ctr">
                    <a:lnB w="9525" cap="flat">
                      <a:solidFill>
                        <a:srgbClr val="D8D8DE"/>
                      </a:solidFill>
                    </a:lnB>
                    <a:solidFill>
                      <a:srgbClr val="FFFFFF"/>
                    </a:solidFill>
                  </a:tcPr>
                </a:tc>
              </a:tr>
              <a:tr h="384048">
                <a:tc>
                  <a:txBody>
                    <a:bodyPr wrap="square"/>
                    <a:lstStyle/>
                    <a:p>
                      <a:r>
                        <a:rPr sz="1200" b="0">
                          <a:solidFill>
                            <a:srgbClr val="424242"/>
                          </a:solidFill>
                          <a:latin typeface="Source Code Pro"/>
                        </a:rPr>
                        <a:t>What you must check</a:t>
                      </a:r>
                    </a:p>
                  </a:txBody>
                  <a:tcPr marL="91440" marR="91440" marT="36576" marB="36576" anchor="ctr">
                    <a:lnB w="9525" cap="flat">
                      <a:solidFill>
                        <a:srgbClr val="D8D8DE"/>
                      </a:solidFill>
                    </a:lnB>
                    <a:solidFill>
                      <a:srgbClr val="FFFFFF"/>
                    </a:solidFill>
                  </a:tcPr>
                </a:tc>
                <a:tc>
                  <a:txBody>
                    <a:bodyPr wrap="square"/>
                    <a:lstStyle/>
                    <a:p>
                      <a:r>
                        <a:rPr sz="1200" b="0">
                          <a:solidFill>
                            <a:srgbClr val="424242"/>
                          </a:solidFill>
                          <a:latin typeface="Source Code Pro"/>
                        </a:rPr>
                        <a:t>Your own reading</a:t>
                      </a:r>
                    </a:p>
                  </a:txBody>
                  <a:tcPr marL="91440" marR="91440" marT="36576" marB="36576" anchor="ctr">
                    <a:lnB w="9525" cap="flat">
                      <a:solidFill>
                        <a:srgbClr val="D8D8DE"/>
                      </a:solidFill>
                    </a:lnB>
                    <a:solidFill>
                      <a:srgbClr val="FFFFFF"/>
                    </a:solidFill>
                  </a:tcPr>
                </a:tc>
                <a:tc>
                  <a:txBody>
                    <a:bodyPr wrap="square"/>
                    <a:lstStyle/>
                    <a:p>
                      <a:r>
                        <a:rPr sz="1200" b="0">
                          <a:solidFill>
                            <a:srgbClr val="424242"/>
                          </a:solidFill>
                          <a:latin typeface="Source Code Pro"/>
                        </a:rPr>
                        <a:t>Its citations</a:t>
                      </a:r>
                    </a:p>
                  </a:txBody>
                  <a:tcPr marL="91440" marR="91440" marT="36576" marB="36576" anchor="ctr">
                    <a:lnB w="9525" cap="flat">
                      <a:solidFill>
                        <a:srgbClr val="D8D8DE"/>
                      </a:solidFill>
                    </a:lnB>
                    <a:solidFill>
                      <a:srgbClr val="FFFFFF"/>
                    </a:solidFill>
                  </a:tcPr>
                </a:tc>
              </a:tr>
              <a:tr h="384048">
                <a:tc>
                  <a:txBody>
                    <a:bodyPr wrap="square"/>
                    <a:lstStyle/>
                    <a:p>
                      <a:r>
                        <a:rPr sz="1200" b="0">
                          <a:solidFill>
                            <a:srgbClr val="424242"/>
                          </a:solidFill>
                          <a:latin typeface="Source Code Pro"/>
                        </a:rPr>
                        <a:t>Your confidence</a:t>
                      </a:r>
                    </a:p>
                  </a:txBody>
                  <a:tcPr marL="91440" marR="91440" marT="36576" marB="36576" anchor="ctr">
                    <a:lnB w="9525" cap="flat">
                      <a:solidFill>
                        <a:srgbClr val="D8D8DE"/>
                      </a:solidFill>
                    </a:lnB>
                    <a:solidFill>
                      <a:srgbClr val="FFFFFF"/>
                    </a:solidFill>
                  </a:tcPr>
                </a:tc>
                <a:tc>
                  <a:txBody>
                    <a:bodyPr wrap="square"/>
                    <a:lstStyle/>
                    <a:p>
                      <a:r>
                        <a:rPr sz="1200" b="0">
                          <a:solidFill>
                            <a:srgbClr val="424242"/>
                          </a:solidFill>
                          <a:latin typeface="Source Code Pro"/>
                        </a:rPr>
                        <a:t>Earned slowly</a:t>
                      </a:r>
                    </a:p>
                  </a:txBody>
                  <a:tcPr marL="91440" marR="91440" marT="36576" marB="36576" anchor="ctr">
                    <a:lnB w="9525" cap="flat">
                      <a:solidFill>
                        <a:srgbClr val="D8D8DE"/>
                      </a:solidFill>
                    </a:lnB>
                    <a:solidFill>
                      <a:srgbClr val="FFFFFF"/>
                    </a:solidFill>
                  </a:tcPr>
                </a:tc>
                <a:tc>
                  <a:txBody>
                    <a:bodyPr wrap="square"/>
                    <a:lstStyle/>
                    <a:p>
                      <a:r>
                        <a:rPr sz="1200" b="0">
                          <a:solidFill>
                            <a:srgbClr val="424242"/>
                          </a:solidFill>
                          <a:latin typeface="Source Code Pro"/>
                        </a:rPr>
                        <a:t>Arrives fully formed</a:t>
                      </a:r>
                    </a:p>
                  </a:txBody>
                  <a:tcPr marL="91440" marR="91440" marT="36576" marB="36576" anchor="ctr">
                    <a:lnB w="9525" cap="flat">
                      <a:solidFill>
                        <a:srgbClr val="D8D8DE"/>
                      </a:solidFill>
                    </a:lnB>
                    <a:solidFill>
                      <a:srgbClr val="FFFFFF"/>
                    </a:solidFill>
                  </a:tcPr>
                </a:tc>
              </a:tr>
              <a:tr h="384048">
                <a:tc>
                  <a:txBody>
                    <a:bodyPr wrap="square"/>
                    <a:lstStyle/>
                    <a:p>
                      <a:r>
                        <a:rPr sz="1200" b="0">
                          <a:solidFill>
                            <a:srgbClr val="424242"/>
                          </a:solidFill>
                          <a:latin typeface="Source Code Pro"/>
                        </a:rPr>
                        <a:t>Failure mode</a:t>
                      </a:r>
                    </a:p>
                  </a:txBody>
                  <a:tcPr marL="91440" marR="91440" marT="36576" marB="36576" anchor="ctr">
                    <a:lnB w="9525" cap="flat">
                      <a:solidFill>
                        <a:srgbClr val="D8D8DE"/>
                      </a:solidFill>
                    </a:lnB>
                    <a:solidFill>
                      <a:srgbClr val="FFFFFF"/>
                    </a:solidFill>
                  </a:tcPr>
                </a:tc>
                <a:tc>
                  <a:txBody>
                    <a:bodyPr wrap="square"/>
                    <a:lstStyle/>
                    <a:p>
                      <a:r>
                        <a:rPr sz="1200" b="0">
                          <a:solidFill>
                            <a:srgbClr val="424242"/>
                          </a:solidFill>
                          <a:latin typeface="Source Code Pro"/>
                        </a:rPr>
                        <a:t>You stop too early</a:t>
                      </a:r>
                    </a:p>
                  </a:txBody>
                  <a:tcPr marL="91440" marR="91440" marT="36576" marB="36576" anchor="ctr">
                    <a:lnB w="9525" cap="flat">
                      <a:solidFill>
                        <a:srgbClr val="D8D8DE"/>
                      </a:solidFill>
                    </a:lnB>
                    <a:solidFill>
                      <a:srgbClr val="FFFFFF"/>
                    </a:solidFill>
                  </a:tcPr>
                </a:tc>
                <a:tc>
                  <a:txBody>
                    <a:bodyPr wrap="square"/>
                    <a:lstStyle/>
                    <a:p>
                      <a:r>
                        <a:rPr sz="1200" b="0">
                          <a:solidFill>
                            <a:srgbClr val="424242"/>
                          </a:solidFill>
                          <a:latin typeface="Source Code Pro"/>
                        </a:rPr>
                        <a:t>Confidently thorough</a:t>
                      </a:r>
                    </a:p>
                  </a:txBody>
                  <a:tcPr marL="91440" marR="91440" marT="36576" marB="36576" anchor="ctr">
                    <a:lnB w="9525" cap="flat">
                      <a:solidFill>
                        <a:srgbClr val="D8D8DE"/>
                      </a:solidFill>
                    </a:lnB>
                    <a:solidFill>
                      <a:srgbClr val="FFFFFF"/>
                    </a:solidFill>
                  </a:tcPr>
                </a:tc>
              </a:tr>
            </a:tbl>
          </a:graphicData>
        </a:graphic>
      </p:graphicFrame>
      <p:sp>
        <p:nvSpPr>
          <p:cNvPr id="27" name="TextBox 26"/>
          <p:cNvSpPr txBox="1"/>
          <p:nvPr/>
        </p:nvSpPr>
        <p:spPr>
          <a:xfrm>
            <a:off x="310896" y="3584448"/>
            <a:ext cx="8522208" cy="411480"/>
          </a:xfrm>
          <a:prstGeom prst="rect">
            <a:avLst/>
          </a:prstGeom>
          <a:noFill/>
        </p:spPr>
        <p:txBody>
          <a:bodyPr wrap="square" lIns="0" rIns="0" tIns="0" bIns="0" anchor="t">
            <a:spAutoFit/>
          </a:bodyPr>
          <a:lstStyle/>
          <a:p>
            <a:pPr algn="l">
              <a:lnSpc>
                <a:spcPct val="125000"/>
              </a:lnSpc>
            </a:pPr>
            <a:r>
              <a:rPr sz="1200" b="0">
                <a:solidFill>
                  <a:srgbClr val="6B6B6B"/>
                </a:solidFill>
                <a:latin typeface="Source Code Pro"/>
              </a:rPr>
              <a:t>The cost sits where the value does. It reasons and writes far more than it reads, and generated tokens are the expensive kind, so runs are metered. Spend one on a question worth an afternoon.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Read the Sources, Not Just the Report</a:t>
            </a:r>
          </a:p>
        </p:txBody>
      </p:sp>
      <p:sp>
        <p:nvSpPr>
          <p:cNvPr id="3" name="Text Placeholder 2"/>
          <p:cNvSpPr>
            <a:spLocks noGrp="1"/>
          </p:cNvSpPr>
          <p:nvPr>
            <p:ph type="body" idx="1"/>
          </p:nvPr>
        </p:nvSpPr>
        <p:spPr>
          <a:xfrm>
            <a:off x="5486400" y="1426464"/>
            <a:ext cx="3346704" cy="2423160"/>
          </a:xfrm>
        </p:spPr>
        <p:txBody>
          <a:bodyPr wrap="square" anchor="ctr"/>
          <a:lstStyle/>
          <a:p>
            <a:pPr marL="0" indent="0">
              <a:buNone/>
            </a:pPr>
            <a:r>
              <a:t>It cites what it could open. A weak source looks like a strong one in a tidy report, so narrow where it may look before it starts.</a:t>
            </a:r>
          </a:p>
        </p:txBody>
      </p:sp>
      <p:sp>
        <p:nvSpPr>
          <p:cNvPr id="25" name="Google Shape;25;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26" name="Rounded Rectangle 25"/>
          <p:cNvSpPr/>
          <p:nvPr/>
        </p:nvSpPr>
        <p:spPr>
          <a:xfrm>
            <a:off x="365760" y="1426464"/>
            <a:ext cx="4617720" cy="2423160"/>
          </a:xfrm>
          <a:prstGeom prst="roundRect">
            <a:avLst>
              <a:gd name="adj" fmla="val 1764"/>
            </a:avLst>
          </a:prstGeom>
          <a:solidFill>
            <a:srgbClr val="3031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ounded Rectangle 26"/>
          <p:cNvSpPr/>
          <p:nvPr/>
        </p:nvSpPr>
        <p:spPr>
          <a:xfrm>
            <a:off x="365760" y="1426464"/>
            <a:ext cx="4617720" cy="301752"/>
          </a:xfrm>
          <a:prstGeom prst="roundRect">
            <a:avLst>
              <a:gd name="adj" fmla="val 18181"/>
            </a:avLst>
          </a:prstGeom>
          <a:solidFill>
            <a:srgbClr val="252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ectangle 27"/>
          <p:cNvSpPr/>
          <p:nvPr/>
        </p:nvSpPr>
        <p:spPr>
          <a:xfrm>
            <a:off x="365760" y="1619585"/>
            <a:ext cx="4617720" cy="108630"/>
          </a:xfrm>
          <a:prstGeom prst="rect">
            <a:avLst/>
          </a:prstGeom>
          <a:solidFill>
            <a:srgbClr val="252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512064" y="1508760"/>
            <a:ext cx="3232403" cy="182880"/>
          </a:xfrm>
          <a:prstGeom prst="rect">
            <a:avLst/>
          </a:prstGeom>
          <a:noFill/>
        </p:spPr>
        <p:txBody>
          <a:bodyPr wrap="square" lIns="0" rIns="0" tIns="0" bIns="0" anchor="t">
            <a:spAutoFit/>
          </a:bodyPr>
          <a:lstStyle/>
          <a:p>
            <a:pPr algn="l"/>
            <a:r>
              <a:rPr sz="1200" b="1">
                <a:solidFill>
                  <a:srgbClr val="F7F7FA"/>
                </a:solidFill>
                <a:latin typeface="Arial"/>
              </a:rPr>
              <a:t>ChatGPT</a:t>
            </a:r>
          </a:p>
        </p:txBody>
      </p:sp>
      <p:sp>
        <p:nvSpPr>
          <p:cNvPr id="30" name="TextBox 29"/>
          <p:cNvSpPr txBox="1"/>
          <p:nvPr/>
        </p:nvSpPr>
        <p:spPr>
          <a:xfrm>
            <a:off x="3739896" y="1527048"/>
            <a:ext cx="1097280" cy="173736"/>
          </a:xfrm>
          <a:prstGeom prst="rect">
            <a:avLst/>
          </a:prstGeom>
          <a:noFill/>
        </p:spPr>
        <p:txBody>
          <a:bodyPr wrap="square" lIns="0" rIns="0" tIns="0" bIns="0" anchor="t">
            <a:spAutoFit/>
          </a:bodyPr>
          <a:lstStyle/>
          <a:p>
            <a:pPr algn="r"/>
            <a:r>
              <a:rPr sz="885" b="0">
                <a:solidFill>
                  <a:srgbClr val="C6C7D0"/>
                </a:solidFill>
                <a:latin typeface="Arial"/>
              </a:rPr>
              <a:t>Sources</a:t>
            </a:r>
          </a:p>
        </p:txBody>
      </p:sp>
      <p:sp>
        <p:nvSpPr>
          <p:cNvPr id="31" name="TextBox 30"/>
          <p:cNvSpPr txBox="1"/>
          <p:nvPr/>
        </p:nvSpPr>
        <p:spPr>
          <a:xfrm>
            <a:off x="512064" y="1856232"/>
            <a:ext cx="1737360" cy="173736"/>
          </a:xfrm>
          <a:prstGeom prst="rect">
            <a:avLst/>
          </a:prstGeom>
          <a:noFill/>
        </p:spPr>
        <p:txBody>
          <a:bodyPr wrap="square" lIns="0" rIns="0" tIns="0" bIns="0" anchor="t">
            <a:spAutoFit/>
          </a:bodyPr>
          <a:lstStyle/>
          <a:p>
            <a:pPr algn="l"/>
            <a:r>
              <a:rPr sz="885" b="1">
                <a:solidFill>
                  <a:srgbClr val="C6C7D0"/>
                </a:solidFill>
                <a:latin typeface="Arial"/>
              </a:rPr>
              <a:t>Read and cited</a:t>
            </a:r>
          </a:p>
        </p:txBody>
      </p:sp>
      <p:sp>
        <p:nvSpPr>
          <p:cNvPr id="32" name="TextBox 31"/>
          <p:cNvSpPr txBox="1"/>
          <p:nvPr/>
        </p:nvSpPr>
        <p:spPr>
          <a:xfrm>
            <a:off x="512064" y="2057400"/>
            <a:ext cx="4325112" cy="210312"/>
          </a:xfrm>
          <a:prstGeom prst="rect">
            <a:avLst/>
          </a:prstGeom>
          <a:noFill/>
        </p:spPr>
        <p:txBody>
          <a:bodyPr wrap="none" lIns="0" rIns="0" tIns="0" bIns="0" anchor="t">
            <a:spAutoFit/>
          </a:bodyPr>
          <a:lstStyle/>
          <a:p>
            <a:pPr algn="l"/>
            <a:r>
              <a:rPr sz="1125" b="0">
                <a:solidFill>
                  <a:srgbClr val="F7F7FA"/>
                </a:solidFill>
                <a:latin typeface="Arial"/>
              </a:rPr>
              <a:t>A university department page</a:t>
            </a:r>
          </a:p>
        </p:txBody>
      </p:sp>
      <p:sp>
        <p:nvSpPr>
          <p:cNvPr id="33" name="TextBox 32"/>
          <p:cNvSpPr txBox="1"/>
          <p:nvPr/>
        </p:nvSpPr>
        <p:spPr>
          <a:xfrm>
            <a:off x="512064" y="2267712"/>
            <a:ext cx="4325112" cy="210312"/>
          </a:xfrm>
          <a:prstGeom prst="rect">
            <a:avLst/>
          </a:prstGeom>
          <a:noFill/>
        </p:spPr>
        <p:txBody>
          <a:bodyPr wrap="none" lIns="0" rIns="0" tIns="0" bIns="0" anchor="t">
            <a:spAutoFit/>
          </a:bodyPr>
          <a:lstStyle/>
          <a:p>
            <a:pPr algn="l"/>
            <a:r>
              <a:rPr sz="1125" b="0">
                <a:solidFill>
                  <a:srgbClr val="F7F7FA"/>
                </a:solidFill>
                <a:latin typeface="Arial"/>
              </a:rPr>
              <a:t>A peer-reviewed review article</a:t>
            </a:r>
          </a:p>
        </p:txBody>
      </p:sp>
      <p:sp>
        <p:nvSpPr>
          <p:cNvPr id="34" name="TextBox 33"/>
          <p:cNvSpPr txBox="1"/>
          <p:nvPr/>
        </p:nvSpPr>
        <p:spPr>
          <a:xfrm>
            <a:off x="512064" y="2478024"/>
            <a:ext cx="4325112" cy="210312"/>
          </a:xfrm>
          <a:prstGeom prst="rect">
            <a:avLst/>
          </a:prstGeom>
          <a:noFill/>
        </p:spPr>
        <p:txBody>
          <a:bodyPr wrap="none" lIns="0" rIns="0" tIns="0" bIns="0" anchor="t">
            <a:spAutoFit/>
          </a:bodyPr>
          <a:lstStyle/>
          <a:p>
            <a:pPr algn="l"/>
            <a:r>
              <a:rPr sz="1125" b="0">
                <a:solidFill>
                  <a:srgbClr val="F7F7FA"/>
                </a:solidFill>
                <a:latin typeface="Arial"/>
              </a:rPr>
              <a:t>An encyclopaedia entry</a:t>
            </a:r>
          </a:p>
        </p:txBody>
      </p:sp>
      <p:sp>
        <p:nvSpPr>
          <p:cNvPr id="35" name="Rounded Rectangle 34"/>
          <p:cNvSpPr/>
          <p:nvPr/>
        </p:nvSpPr>
        <p:spPr>
          <a:xfrm>
            <a:off x="466344" y="2679192"/>
            <a:ext cx="2766060" cy="201168"/>
          </a:xfrm>
          <a:prstGeom prst="roundRect">
            <a:avLst>
              <a:gd name="adj" fmla="val 18181"/>
            </a:avLst>
          </a:prstGeom>
          <a:solidFill>
            <a:srgbClr val="7133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512064" y="2688336"/>
            <a:ext cx="4325112" cy="210312"/>
          </a:xfrm>
          <a:prstGeom prst="rect">
            <a:avLst/>
          </a:prstGeom>
          <a:noFill/>
        </p:spPr>
        <p:txBody>
          <a:bodyPr wrap="none" lIns="0" rIns="0" tIns="0" bIns="0" anchor="t">
            <a:spAutoFit/>
          </a:bodyPr>
          <a:lstStyle/>
          <a:p>
            <a:pPr algn="l"/>
            <a:r>
              <a:rPr sz="1125" b="0">
                <a:solidFill>
                  <a:srgbClr val="F7F7FA"/>
                </a:solidFill>
                <a:latin typeface="Arial"/>
              </a:rPr>
              <a:t>A personal blog, cited like the rest</a:t>
            </a:r>
          </a:p>
        </p:txBody>
      </p:sp>
      <p:sp>
        <p:nvSpPr>
          <p:cNvPr id="37" name="Rectangle 36"/>
          <p:cNvSpPr/>
          <p:nvPr/>
        </p:nvSpPr>
        <p:spPr>
          <a:xfrm>
            <a:off x="512064" y="2990088"/>
            <a:ext cx="4325112" cy="9144"/>
          </a:xfrm>
          <a:prstGeom prst="rect">
            <a:avLst/>
          </a:prstGeom>
          <a:solidFill>
            <a:srgbClr val="3C3D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512064" y="3081528"/>
            <a:ext cx="1737360" cy="173736"/>
          </a:xfrm>
          <a:prstGeom prst="rect">
            <a:avLst/>
          </a:prstGeom>
          <a:noFill/>
        </p:spPr>
        <p:txBody>
          <a:bodyPr wrap="square" lIns="0" rIns="0" tIns="0" bIns="0" anchor="t">
            <a:spAutoFit/>
          </a:bodyPr>
          <a:lstStyle/>
          <a:p>
            <a:pPr algn="l"/>
            <a:r>
              <a:rPr sz="885" b="1">
                <a:solidFill>
                  <a:srgbClr val="C6C7D0"/>
                </a:solidFill>
                <a:latin typeface="Arial"/>
              </a:rPr>
              <a:t>Never opened</a:t>
            </a:r>
          </a:p>
        </p:txBody>
      </p:sp>
      <p:sp>
        <p:nvSpPr>
          <p:cNvPr id="39" name="TextBox 38"/>
          <p:cNvSpPr txBox="1"/>
          <p:nvPr/>
        </p:nvSpPr>
        <p:spPr>
          <a:xfrm>
            <a:off x="512064" y="3282696"/>
            <a:ext cx="4325112" cy="210312"/>
          </a:xfrm>
          <a:prstGeom prst="rect">
            <a:avLst/>
          </a:prstGeom>
          <a:noFill/>
        </p:spPr>
        <p:txBody>
          <a:bodyPr wrap="none" lIns="0" rIns="0" tIns="0" bIns="0" anchor="t">
            <a:spAutoFit/>
          </a:bodyPr>
          <a:lstStyle/>
          <a:p>
            <a:pPr algn="l"/>
            <a:r>
              <a:rPr sz="1125" b="0">
                <a:solidFill>
                  <a:srgbClr val="F7F7FA"/>
                </a:solidFill>
                <a:latin typeface="Arial"/>
              </a:rPr>
              <a:t>Paywalled journals</a:t>
            </a:r>
          </a:p>
        </p:txBody>
      </p:sp>
      <p:sp>
        <p:nvSpPr>
          <p:cNvPr id="40" name="TextBox 39"/>
          <p:cNvSpPr txBox="1"/>
          <p:nvPr/>
        </p:nvSpPr>
        <p:spPr>
          <a:xfrm>
            <a:off x="512064" y="3493008"/>
            <a:ext cx="4325112" cy="210312"/>
          </a:xfrm>
          <a:prstGeom prst="rect">
            <a:avLst/>
          </a:prstGeom>
          <a:noFill/>
        </p:spPr>
        <p:txBody>
          <a:bodyPr wrap="none" lIns="0" rIns="0" tIns="0" bIns="0" anchor="t">
            <a:spAutoFit/>
          </a:bodyPr>
          <a:lstStyle/>
          <a:p>
            <a:pPr algn="l"/>
            <a:r>
              <a:rPr sz="1125" b="0">
                <a:solidFill>
                  <a:srgbClr val="F7F7FA"/>
                </a:solidFill>
                <a:latin typeface="Arial"/>
              </a:rPr>
              <a:t>Anything behind a sign-in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When to Reach for It</a:t>
            </a:r>
          </a:p>
        </p:txBody>
      </p:sp>
      <p:sp>
        <p:nvSpPr>
          <p:cNvPr id="3" name="Text Placeholder 2"/>
          <p:cNvSpPr>
            <a:spLocks noGrp="1"/>
          </p:cNvSpPr>
          <p:nvPr>
            <p:ph type="body" idx="1"/>
          </p:nvPr>
        </p:nvSpPr>
        <p:spPr>
          <a:xfrm>
            <a:off x="311700" y="1874519"/>
            <a:ext cx="3999900" cy="2679191"/>
          </a:xfrm>
        </p:spPr>
        <p:txBody>
          <a:bodyPr/>
          <a:lstStyle/>
          <a:p>
            <a:r>
              <a:t>A question worth an afternoon</a:t>
            </a:r>
          </a:p>
          <a:p>
            <a:r>
              <a:t>Ground you do not know yet</a:t>
            </a:r>
          </a:p>
          <a:p>
            <a:r>
              <a:t>Claims you want compared across sources</a:t>
            </a:r>
          </a:p>
        </p:txBody>
      </p:sp>
      <p:sp>
        <p:nvSpPr>
          <p:cNvPr id="4" name="Text Placeholder 3"/>
          <p:cNvSpPr>
            <a:spLocks noGrp="1"/>
          </p:cNvSpPr>
          <p:nvPr>
            <p:ph type="body" idx="2"/>
          </p:nvPr>
        </p:nvSpPr>
        <p:spPr>
          <a:xfrm>
            <a:off x="4832400" y="1874519"/>
            <a:ext cx="3999900" cy="2679191"/>
          </a:xfrm>
        </p:spPr>
        <p:txBody>
          <a:bodyPr/>
          <a:lstStyle/>
          <a:p>
            <a:r>
              <a:t>A single fact you can look up</a:t>
            </a:r>
          </a:p>
          <a:p>
            <a:r>
              <a:t>A fast answer mid-conversation</a:t>
            </a:r>
          </a:p>
          <a:p>
            <a:r>
              <a:t>A question you cannot state clearly yet</a:t>
            </a:r>
          </a:p>
        </p:txBody>
      </p:sp>
      <p:sp>
        <p:nvSpPr>
          <p:cNvPr id="32" name="Google Shape;32;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33" name="TextBox 32"/>
          <p:cNvSpPr txBox="1"/>
          <p:nvPr/>
        </p:nvSpPr>
        <p:spPr>
          <a:xfrm>
            <a:off x="310896" y="1444752"/>
            <a:ext cx="3995928" cy="274320"/>
          </a:xfrm>
          <a:prstGeom prst="rect">
            <a:avLst/>
          </a:prstGeom>
          <a:noFill/>
        </p:spPr>
        <p:txBody>
          <a:bodyPr wrap="square" lIns="0" rIns="0" tIns="0" bIns="0" anchor="t">
            <a:spAutoFit/>
          </a:bodyPr>
          <a:lstStyle/>
          <a:p>
            <a:pPr algn="l"/>
            <a:r>
              <a:rPr sz="1400" b="1">
                <a:solidFill>
                  <a:srgbClr val="424242"/>
                </a:solidFill>
                <a:latin typeface="Source Code Pro"/>
              </a:rPr>
              <a:t>Worth the wait</a:t>
            </a:r>
          </a:p>
        </p:txBody>
      </p:sp>
      <p:sp>
        <p:nvSpPr>
          <p:cNvPr id="34" name="TextBox 33"/>
          <p:cNvSpPr txBox="1"/>
          <p:nvPr/>
        </p:nvSpPr>
        <p:spPr>
          <a:xfrm>
            <a:off x="4828032" y="1444752"/>
            <a:ext cx="3995928" cy="274320"/>
          </a:xfrm>
          <a:prstGeom prst="rect">
            <a:avLst/>
          </a:prstGeom>
          <a:noFill/>
        </p:spPr>
        <p:txBody>
          <a:bodyPr wrap="square" lIns="0" rIns="0" tIns="0" bIns="0" anchor="t">
            <a:spAutoFit/>
          </a:bodyPr>
          <a:lstStyle/>
          <a:p>
            <a:pPr algn="l"/>
            <a:r>
              <a:rPr sz="1400" b="1">
                <a:solidFill>
                  <a:srgbClr val="424242"/>
                </a:solidFill>
                <a:latin typeface="Source Code Pro"/>
              </a:rPr>
              <a:t>Not worth it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67" name="Google Shape;67;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68" name="Rectangle 67"/>
          <p:cNvSpPr/>
          <p:nvPr/>
        </p:nvSpPr>
        <p:spPr>
          <a:xfrm>
            <a:off x="0" y="0"/>
            <a:ext cx="9144000" cy="1572768"/>
          </a:xfrm>
          <a:prstGeom prst="rect">
            <a:avLst/>
          </a:prstGeom>
          <a:solidFill>
            <a:srgbClr val="E91D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9" name="TextBox 68"/>
          <p:cNvSpPr txBox="1"/>
          <p:nvPr/>
        </p:nvSpPr>
        <p:spPr>
          <a:xfrm>
            <a:off x="502920" y="0"/>
            <a:ext cx="8138160" cy="1572768"/>
          </a:xfrm>
          <a:prstGeom prst="rect">
            <a:avLst/>
          </a:prstGeom>
          <a:noFill/>
        </p:spPr>
        <p:txBody>
          <a:bodyPr wrap="square" lIns="0" rIns="0" tIns="0" bIns="0" anchor="ctr">
            <a:spAutoFit/>
          </a:bodyPr>
          <a:lstStyle/>
          <a:p>
            <a:pPr algn="l"/>
            <a:r>
              <a:rPr sz="4000" b="0">
                <a:solidFill>
                  <a:srgbClr val="FFFFFF"/>
                </a:solidFill>
                <a:latin typeface="Oswald"/>
              </a:rPr>
              <a:t>Let's See It in Action</a:t>
            </a:r>
          </a:p>
        </p:txBody>
      </p:sp>
      <p:sp>
        <p:nvSpPr>
          <p:cNvPr id="70" name="TextBox 69"/>
          <p:cNvSpPr txBox="1"/>
          <p:nvPr/>
        </p:nvSpPr>
        <p:spPr>
          <a:xfrm>
            <a:off x="502920" y="1883664"/>
            <a:ext cx="8138160" cy="384048"/>
          </a:xfrm>
          <a:prstGeom prst="rect">
            <a:avLst/>
          </a:prstGeom>
          <a:noFill/>
        </p:spPr>
        <p:txBody>
          <a:bodyPr wrap="square" lIns="0" rIns="0" tIns="0" bIns="0" anchor="t">
            <a:spAutoFit/>
          </a:bodyPr>
          <a:lstStyle/>
          <a:p>
            <a:pPr algn="l">
              <a:lnSpc>
                <a:spcPct val="120000"/>
              </a:lnSpc>
            </a:pPr>
            <a:r>
              <a:rPr sz="1500" b="0">
                <a:solidFill>
                  <a:srgbClr val="424242"/>
                </a:solidFill>
                <a:latin typeface="Source Code Pro"/>
              </a:rPr>
              <a:t>That is the principle. Now we run one live.</a:t>
            </a:r>
          </a:p>
        </p:txBody>
      </p:sp>
      <p:sp>
        <p:nvSpPr>
          <p:cNvPr id="71" name="Rounded Rectangle 70"/>
          <p:cNvSpPr/>
          <p:nvPr/>
        </p:nvSpPr>
        <p:spPr>
          <a:xfrm>
            <a:off x="502920" y="2450592"/>
            <a:ext cx="2542032" cy="1691640"/>
          </a:xfrm>
          <a:prstGeom prst="roundRect">
            <a:avLst>
              <a:gd name="adj" fmla="val 2702"/>
            </a:avLst>
          </a:prstGeom>
          <a:solidFill>
            <a:srgbClr val="FFFFFF"/>
          </a:solidFill>
          <a:ln w="9525">
            <a:solidFill>
              <a:srgbClr val="D8D8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2" name="Oval 71"/>
          <p:cNvSpPr/>
          <p:nvPr/>
        </p:nvSpPr>
        <p:spPr>
          <a:xfrm>
            <a:off x="722376" y="2670048"/>
            <a:ext cx="384048" cy="384048"/>
          </a:xfrm>
          <a:prstGeom prst="ellipse">
            <a:avLst/>
          </a:prstGeom>
          <a:solidFill>
            <a:srgbClr val="E91D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3" name="TextBox 72"/>
          <p:cNvSpPr txBox="1"/>
          <p:nvPr/>
        </p:nvSpPr>
        <p:spPr>
          <a:xfrm>
            <a:off x="722376" y="2670048"/>
            <a:ext cx="384048" cy="384048"/>
          </a:xfrm>
          <a:prstGeom prst="rect">
            <a:avLst/>
          </a:prstGeom>
          <a:noFill/>
        </p:spPr>
        <p:txBody>
          <a:bodyPr wrap="square" lIns="0" rIns="0" tIns="0" bIns="0" anchor="ctr">
            <a:spAutoFit/>
          </a:bodyPr>
          <a:lstStyle/>
          <a:p>
            <a:pPr algn="ctr"/>
            <a:r>
              <a:rPr sz="1700" b="1">
                <a:solidFill>
                  <a:srgbClr val="FFFFFF"/>
                </a:solidFill>
                <a:latin typeface="Oswald"/>
              </a:rPr>
              <a:t>1</a:t>
            </a:r>
          </a:p>
        </p:txBody>
      </p:sp>
      <p:sp>
        <p:nvSpPr>
          <p:cNvPr id="74" name="TextBox 73"/>
          <p:cNvSpPr txBox="1"/>
          <p:nvPr/>
        </p:nvSpPr>
        <p:spPr>
          <a:xfrm>
            <a:off x="704088" y="3127248"/>
            <a:ext cx="2139696" cy="411480"/>
          </a:xfrm>
          <a:prstGeom prst="rect">
            <a:avLst/>
          </a:prstGeom>
          <a:noFill/>
        </p:spPr>
        <p:txBody>
          <a:bodyPr wrap="square" lIns="0" rIns="0" tIns="0" bIns="0" anchor="t">
            <a:spAutoFit/>
          </a:bodyPr>
          <a:lstStyle/>
          <a:p>
            <a:pPr algn="l">
              <a:lnSpc>
                <a:spcPct val="120000"/>
              </a:lnSpc>
            </a:pPr>
            <a:r>
              <a:rPr sz="1300" b="0">
                <a:solidFill>
                  <a:srgbClr val="424242"/>
                </a:solidFill>
                <a:latin typeface="Source Code Pro"/>
              </a:rPr>
              <a:t>Start a run</a:t>
            </a:r>
          </a:p>
        </p:txBody>
      </p:sp>
      <p:sp>
        <p:nvSpPr>
          <p:cNvPr id="75" name="TextBox 74"/>
          <p:cNvSpPr txBox="1"/>
          <p:nvPr/>
        </p:nvSpPr>
        <p:spPr>
          <a:xfrm>
            <a:off x="704088" y="3630168"/>
            <a:ext cx="2139696" cy="420624"/>
          </a:xfrm>
          <a:prstGeom prst="rect">
            <a:avLst/>
          </a:prstGeom>
          <a:noFill/>
        </p:spPr>
        <p:txBody>
          <a:bodyPr wrap="square" lIns="0" rIns="0" tIns="0" bIns="0" anchor="t">
            <a:spAutoFit/>
          </a:bodyPr>
          <a:lstStyle/>
          <a:p>
            <a:pPr algn="l">
              <a:lnSpc>
                <a:spcPct val="115000"/>
              </a:lnSpc>
            </a:pPr>
            <a:r>
              <a:rPr sz="1200" b="0">
                <a:solidFill>
                  <a:srgbClr val="6B6B6B"/>
                </a:solidFill>
                <a:latin typeface="Source Code Pro"/>
              </a:rPr>
              <a:t>on a real question</a:t>
            </a:r>
          </a:p>
        </p:txBody>
      </p:sp>
      <p:sp>
        <p:nvSpPr>
          <p:cNvPr id="76" name="Rounded Rectangle 75"/>
          <p:cNvSpPr/>
          <p:nvPr/>
        </p:nvSpPr>
        <p:spPr>
          <a:xfrm>
            <a:off x="3300983" y="2450592"/>
            <a:ext cx="2542032" cy="1691640"/>
          </a:xfrm>
          <a:prstGeom prst="roundRect">
            <a:avLst>
              <a:gd name="adj" fmla="val 2702"/>
            </a:avLst>
          </a:prstGeom>
          <a:solidFill>
            <a:srgbClr val="FFFFFF"/>
          </a:solidFill>
          <a:ln w="9525">
            <a:solidFill>
              <a:srgbClr val="D8D8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7" name="Oval 76"/>
          <p:cNvSpPr/>
          <p:nvPr/>
        </p:nvSpPr>
        <p:spPr>
          <a:xfrm>
            <a:off x="3520439" y="2670048"/>
            <a:ext cx="384048" cy="384048"/>
          </a:xfrm>
          <a:prstGeom prst="ellipse">
            <a:avLst/>
          </a:prstGeom>
          <a:solidFill>
            <a:srgbClr val="E91D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8" name="TextBox 77"/>
          <p:cNvSpPr txBox="1"/>
          <p:nvPr/>
        </p:nvSpPr>
        <p:spPr>
          <a:xfrm>
            <a:off x="3520439" y="2670048"/>
            <a:ext cx="384048" cy="384048"/>
          </a:xfrm>
          <a:prstGeom prst="rect">
            <a:avLst/>
          </a:prstGeom>
          <a:noFill/>
        </p:spPr>
        <p:txBody>
          <a:bodyPr wrap="square" lIns="0" rIns="0" tIns="0" bIns="0" anchor="ctr">
            <a:spAutoFit/>
          </a:bodyPr>
          <a:lstStyle/>
          <a:p>
            <a:pPr algn="ctr"/>
            <a:r>
              <a:rPr sz="1700" b="1">
                <a:solidFill>
                  <a:srgbClr val="FFFFFF"/>
                </a:solidFill>
                <a:latin typeface="Oswald"/>
              </a:rPr>
              <a:t>2</a:t>
            </a:r>
          </a:p>
        </p:txBody>
      </p:sp>
      <p:sp>
        <p:nvSpPr>
          <p:cNvPr id="79" name="TextBox 78"/>
          <p:cNvSpPr txBox="1"/>
          <p:nvPr/>
        </p:nvSpPr>
        <p:spPr>
          <a:xfrm>
            <a:off x="3502151" y="3127248"/>
            <a:ext cx="2139696" cy="411480"/>
          </a:xfrm>
          <a:prstGeom prst="rect">
            <a:avLst/>
          </a:prstGeom>
          <a:noFill/>
        </p:spPr>
        <p:txBody>
          <a:bodyPr wrap="square" lIns="0" rIns="0" tIns="0" bIns="0" anchor="t">
            <a:spAutoFit/>
          </a:bodyPr>
          <a:lstStyle/>
          <a:p>
            <a:pPr algn="l">
              <a:lnSpc>
                <a:spcPct val="120000"/>
              </a:lnSpc>
            </a:pPr>
            <a:r>
              <a:rPr sz="1300" b="0">
                <a:solidFill>
                  <a:srgbClr val="424242"/>
                </a:solidFill>
                <a:latin typeface="Source Code Pro"/>
              </a:rPr>
              <a:t>Watch it work</a:t>
            </a:r>
          </a:p>
        </p:txBody>
      </p:sp>
      <p:sp>
        <p:nvSpPr>
          <p:cNvPr id="80" name="TextBox 79"/>
          <p:cNvSpPr txBox="1"/>
          <p:nvPr/>
        </p:nvSpPr>
        <p:spPr>
          <a:xfrm>
            <a:off x="3502151" y="3630168"/>
            <a:ext cx="2139696" cy="420624"/>
          </a:xfrm>
          <a:prstGeom prst="rect">
            <a:avLst/>
          </a:prstGeom>
          <a:noFill/>
        </p:spPr>
        <p:txBody>
          <a:bodyPr wrap="square" lIns="0" rIns="0" tIns="0" bIns="0" anchor="t">
            <a:spAutoFit/>
          </a:bodyPr>
          <a:lstStyle/>
          <a:p>
            <a:pPr algn="l">
              <a:lnSpc>
                <a:spcPct val="115000"/>
              </a:lnSpc>
            </a:pPr>
            <a:r>
              <a:rPr sz="1200" b="0">
                <a:solidFill>
                  <a:srgbClr val="6B6B6B"/>
                </a:solidFill>
                <a:latin typeface="Source Code Pro"/>
              </a:rPr>
              <a:t>the queries it writes itself</a:t>
            </a:r>
          </a:p>
        </p:txBody>
      </p:sp>
      <p:sp>
        <p:nvSpPr>
          <p:cNvPr id="81" name="Rounded Rectangle 80"/>
          <p:cNvSpPr/>
          <p:nvPr/>
        </p:nvSpPr>
        <p:spPr>
          <a:xfrm>
            <a:off x="6099047" y="2450592"/>
            <a:ext cx="2542032" cy="1691640"/>
          </a:xfrm>
          <a:prstGeom prst="roundRect">
            <a:avLst>
              <a:gd name="adj" fmla="val 2702"/>
            </a:avLst>
          </a:prstGeom>
          <a:solidFill>
            <a:srgbClr val="FFFFFF"/>
          </a:solidFill>
          <a:ln w="9525">
            <a:solidFill>
              <a:srgbClr val="D8D8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2" name="Oval 81"/>
          <p:cNvSpPr/>
          <p:nvPr/>
        </p:nvSpPr>
        <p:spPr>
          <a:xfrm>
            <a:off x="6318503" y="2670048"/>
            <a:ext cx="384048" cy="384048"/>
          </a:xfrm>
          <a:prstGeom prst="ellipse">
            <a:avLst/>
          </a:prstGeom>
          <a:solidFill>
            <a:srgbClr val="E91D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3" name="TextBox 82"/>
          <p:cNvSpPr txBox="1"/>
          <p:nvPr/>
        </p:nvSpPr>
        <p:spPr>
          <a:xfrm>
            <a:off x="6318503" y="2670048"/>
            <a:ext cx="384048" cy="384048"/>
          </a:xfrm>
          <a:prstGeom prst="rect">
            <a:avLst/>
          </a:prstGeom>
          <a:noFill/>
        </p:spPr>
        <p:txBody>
          <a:bodyPr wrap="square" lIns="0" rIns="0" tIns="0" bIns="0" anchor="ctr">
            <a:spAutoFit/>
          </a:bodyPr>
          <a:lstStyle/>
          <a:p>
            <a:pPr algn="ctr"/>
            <a:r>
              <a:rPr sz="1700" b="1">
                <a:solidFill>
                  <a:srgbClr val="FFFFFF"/>
                </a:solidFill>
                <a:latin typeface="Oswald"/>
              </a:rPr>
              <a:t>3</a:t>
            </a:r>
          </a:p>
        </p:txBody>
      </p:sp>
      <p:sp>
        <p:nvSpPr>
          <p:cNvPr id="84" name="TextBox 83"/>
          <p:cNvSpPr txBox="1"/>
          <p:nvPr/>
        </p:nvSpPr>
        <p:spPr>
          <a:xfrm>
            <a:off x="6300215" y="3127248"/>
            <a:ext cx="2139696" cy="411480"/>
          </a:xfrm>
          <a:prstGeom prst="rect">
            <a:avLst/>
          </a:prstGeom>
          <a:noFill/>
        </p:spPr>
        <p:txBody>
          <a:bodyPr wrap="square" lIns="0" rIns="0" tIns="0" bIns="0" anchor="t">
            <a:spAutoFit/>
          </a:bodyPr>
          <a:lstStyle/>
          <a:p>
            <a:pPr algn="l">
              <a:lnSpc>
                <a:spcPct val="120000"/>
              </a:lnSpc>
            </a:pPr>
            <a:r>
              <a:rPr sz="1300" b="0">
                <a:solidFill>
                  <a:srgbClr val="424242"/>
                </a:solidFill>
                <a:latin typeface="Source Code Pro"/>
              </a:rPr>
              <a:t>Read the report</a:t>
            </a:r>
          </a:p>
        </p:txBody>
      </p:sp>
      <p:sp>
        <p:nvSpPr>
          <p:cNvPr id="85" name="TextBox 84"/>
          <p:cNvSpPr txBox="1"/>
          <p:nvPr/>
        </p:nvSpPr>
        <p:spPr>
          <a:xfrm>
            <a:off x="6300215" y="3630168"/>
            <a:ext cx="2139696" cy="420624"/>
          </a:xfrm>
          <a:prstGeom prst="rect">
            <a:avLst/>
          </a:prstGeom>
          <a:noFill/>
        </p:spPr>
        <p:txBody>
          <a:bodyPr wrap="square" lIns="0" rIns="0" tIns="0" bIns="0" anchor="t">
            <a:spAutoFit/>
          </a:bodyPr>
          <a:lstStyle/>
          <a:p>
            <a:pPr algn="l">
              <a:lnSpc>
                <a:spcPct val="115000"/>
              </a:lnSpc>
            </a:pPr>
            <a:r>
              <a:rPr sz="1200" b="0">
                <a:solidFill>
                  <a:srgbClr val="6B6B6B"/>
                </a:solidFill>
                <a:latin typeface="Source Code Pro"/>
              </a:rPr>
              <a:t>then click a source through</a:t>
            </a:r>
          </a:p>
        </p:txBody>
      </p:sp>
    </p:spTree>
  </p:cSld>
  <p:clrMapOvr>
    <a:masterClrMapping/>
  </p:clrMapOvr>
</p:sld>
</file>

<file path=ppt/theme/theme1.xml><?xml version="1.0" encoding="utf-8"?>
<a:theme xmlns:a="http://schemas.openxmlformats.org/drawingml/2006/main" xmlns:r="http://schemas.openxmlformats.org/officeDocument/2006/relationships" name="Modern Writer">
  <a:themeElements>
    <a:clrScheme name="Modern Writer">
      <a:dk1>
        <a:srgbClr val="E91D63"/>
      </a:dk1>
      <a:lt1>
        <a:srgbClr val="FFFFFF"/>
      </a:lt1>
      <a:dk2>
        <a:srgbClr val="424242"/>
      </a:dk2>
      <a:lt2>
        <a:srgbClr val="999999"/>
      </a:lt2>
      <a:accent1>
        <a:srgbClr val="607D8B"/>
      </a:accent1>
      <a:accent2>
        <a:srgbClr val="673AB7"/>
      </a:accent2>
      <a:accent3>
        <a:srgbClr val="9C26B0"/>
      </a:accent3>
      <a:accent4>
        <a:srgbClr val="0090AC"/>
      </a:accent4>
      <a:accent5>
        <a:srgbClr val="00838F"/>
      </a:accent5>
      <a:accent6>
        <a:srgbClr val="F8E71C"/>
      </a:accent6>
      <a:hlink>
        <a:srgbClr val="00838F"/>
      </a:hlink>
      <a:folHlink>
        <a:srgbClr val="00838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Modern Writer">
  <a:themeElements>
    <a:clrScheme name="Modern Writer">
      <a:dk1>
        <a:srgbClr val="E91D63"/>
      </a:dk1>
      <a:lt1>
        <a:srgbClr val="FFFFFF"/>
      </a:lt1>
      <a:dk2>
        <a:srgbClr val="424242"/>
      </a:dk2>
      <a:lt2>
        <a:srgbClr val="999999"/>
      </a:lt2>
      <a:accent1>
        <a:srgbClr val="607D8B"/>
      </a:accent1>
      <a:accent2>
        <a:srgbClr val="673AB7"/>
      </a:accent2>
      <a:accent3>
        <a:srgbClr val="9C26B0"/>
      </a:accent3>
      <a:accent4>
        <a:srgbClr val="0090AC"/>
      </a:accent4>
      <a:accent5>
        <a:srgbClr val="00838F"/>
      </a:accent5>
      <a:accent6>
        <a:srgbClr val="F8E71C"/>
      </a:accent6>
      <a:hlink>
        <a:srgbClr val="00838F"/>
      </a:hlink>
      <a:folHlink>
        <a:srgbClr val="00838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