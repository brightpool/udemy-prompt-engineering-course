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Chain of Thought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step-by-step prompting differs from the reasoning a model performs internally.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Ideas Share One Name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8" cy="19933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4752"/>
                <a:gridCol w="3447288"/>
                <a:gridCol w="3630168"/>
              </a:tblGrid>
              <a:tr h="4983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Prompted steps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Internal reasoning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it is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workflow you ask the model to follow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Work the model performs before answering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you see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Plans, calculations or checkpoints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Usually a final answer or brief summary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Why it helps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Makes required stages explicit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Supports harder decisions and synthesis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02736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For teaching and review, ask for useful visible artefacts: assumptions, calculations, evidence and a concise explanation of the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A Reasoning Request Can Stay Outcome Focused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987552"/>
          </a:xfrm>
          <a:prstGeom prst="roundRect">
            <a:avLst>
              <a:gd name="adj" fmla="val 4629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20063"/>
            <a:ext cx="1714500" cy="379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Define the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91233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goal and evidence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3794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987552"/>
          </a:xfrm>
          <a:prstGeom prst="roundRect">
            <a:avLst>
              <a:gd name="adj" fmla="val 4629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3466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Set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88214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criteria and constraints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3794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987552"/>
          </a:xfrm>
          <a:prstGeom prst="roundRect">
            <a:avLst>
              <a:gd name="adj" fmla="val 4629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3466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Model reasons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88214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using its capabilities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3794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987552"/>
          </a:xfrm>
          <a:prstGeom prst="roundRect">
            <a:avLst>
              <a:gd name="adj" fmla="val 4629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3466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Return the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88214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answer plus useful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3401568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Modern reasoning models often work best from a clear outcome and success criteria. Specify exact steps only when the process itself matters.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Visible Checks Are More Useful than a Long Transcript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6" cy="21762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59"/>
                <a:gridCol w="3017519"/>
                <a:gridCol w="3538728"/>
              </a:tblGrid>
              <a:tr h="43525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Ask for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it gives you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to inspect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Assumptions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Inputs treated as true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Missing or weak premises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Calculations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Numbers you can recompute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Arithmetic and units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Evidence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Sources behind the answer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Relevance and reliability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Concise rationale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readable explanation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Whether the conclusion follows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we compare a bare request with one that asks for checkable support.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Give a hard problem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state the outcome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success criteria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 the checks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Request useful support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assumptions and evidence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Verify the result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recompute and inspect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