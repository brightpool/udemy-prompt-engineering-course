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Use with Desktop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ChatGPT sees and operates the interfaces of applications you allow.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Assistant Works Through the Visible Interface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779776"/>
          </a:xfrm>
        </p:spPr>
        <p:txBody>
          <a:bodyPr wrap="square" anchor="ctr"/>
          <a:lstStyle/>
          <a:p>
            <a:pPr marL="0" indent="0">
              <a:buNone/>
            </a:pPr>
            <a:r>
              <a:t>Computer Use lets ChatGPT see a graphical interface and operate it in much the same way you would. It can click, type and navigate inside applications you approve for the task.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779776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Desktop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Sort this spreadsheet by deadline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and flag overdue rows.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2496312"/>
            <a:ext cx="3986783" cy="704088"/>
          </a:xfrm>
          <a:prstGeom prst="roundRect">
            <a:avLst>
              <a:gd name="adj" fmla="val 649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1635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Done. The workbook is open for your review.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32369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Computer Use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" y="3429000"/>
            <a:ext cx="239458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" y="343814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Operated the visible interface.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3758184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0936" y="3831336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51376" y="380390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51376" y="38039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Each Action Follows What Is on Screen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Current Screen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Next Small Action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Operate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Click, Type or Navigate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What Changed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67004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39572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39572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74320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repeat until the scoped task is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310128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loop matters because interfaces change after every action. ChatGPT must look again before it can choose the next step, just as a person would.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It Reaches Work with No Direct Integration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8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/>
                <a:gridCol w="2331720"/>
                <a:gridCol w="3721608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Situation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Best Route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Reason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Reliable Data Operation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Plugin or MCP tool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Structured and repeatable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Visual or App-Only Task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Computer Use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interface is the route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Sensitive Change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Human review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impact needs your judgement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Wrong window or control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Pause, inspect and take over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75887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Computer Use fills the gaps between integrations. Keep each task narrow, approve only the applications it needs and stay present for sensitive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we use ChatGPT with a real desktop application.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Choose One App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Clear Boundary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Name the Task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Window and the Outcome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Approve Access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Read the Permission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Watch Closely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Take Over If It Strays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