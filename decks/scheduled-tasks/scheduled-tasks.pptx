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Scheduled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prompt becomes a standing instruction that runs when you are not there.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Prompt with a Clock Attached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2990088"/>
          </a:xfrm>
        </p:spPr>
        <p:txBody>
          <a:bodyPr wrap="square" anchor="ctr"/>
          <a:lstStyle/>
          <a:p>
            <a:pPr marL="0" indent="0">
              <a:buNone/>
            </a:pPr>
            <a:r>
              <a:t>There is no new syntax to learn. You write the request you would have written anyway and say when it should run, and the wording is stored alongside the schedule.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2990088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Every weekday at 7am, send me the three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3113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biggest stories in data engineering.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496312"/>
            <a:ext cx="3986783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792" y="26151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1635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Done. I'll run this every weekday at 7am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026664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and send you the three stories.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344728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Saved as a task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" y="3639312"/>
            <a:ext cx="172593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2064" y="364845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Every weekday at 07:00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" y="3968496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0936" y="4041648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1376" y="4014216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151376" y="4014216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a Reminder, a Result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237744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A reminder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Pings you at a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Hands the job back to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Says the same thing each day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389888"/>
            <a:ext cx="4078224" cy="237744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A scheduled 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Runs the prompt at that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Does the work 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Hands you today's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The Clock Starts the Run, Not You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61391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You describe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6138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work, and when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8699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56667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stores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91414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wording and schedule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8699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61391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The time 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96138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it runs on its own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8699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56667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You are told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91414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 answer is waiting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59586" y="2715768"/>
            <a:ext cx="662482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84414" y="2441448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1241298" y="2441448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2788920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then again at the next scheduled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3529584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You are not part of the run. At the appointed time the saved wording is sent on its own, and the first you hear of it is a notification with the answer already written.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Run Has to Go On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The wording you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read back exactly as typed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57400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57400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2057400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the hour, and the time zone you set it 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724912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24912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Whatever it can reach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724912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the live web, apps you connected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834640" y="3429000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3721608"/>
            <a:ext cx="5394960" cy="566928"/>
          </a:xfrm>
          <a:prstGeom prst="roundRect">
            <a:avLst>
              <a:gd name="adj" fmla="val 8064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2336" y="372160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Runs with nobody to 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331720"/>
            <a:ext cx="28895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You are not in the room to say “no, the other one”. Whatever the instruction leaves implicit is guessed at, quietly, on every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Stops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1389888"/>
            <a:ext cx="3813048" cy="2633472"/>
          </a:xfrm>
        </p:spPr>
        <p:txBody>
          <a:bodyPr wrap="square" anchor="ctr"/>
          <a:lstStyle/>
          <a:p>
            <a:pPr marL="0" indent="0">
              <a:buNone/>
            </a:pPr>
            <a:r>
              <a:t>Every one of these comes from the same fact: you are not in the run. It cannot check with you, so an instruction that needs a decision either guesses at it or stops and waits for your approval.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26864" y="1389888"/>
            <a:ext cx="4206240" cy="2633472"/>
          </a:xfrm>
          <a:prstGeom prst="roundRect">
            <a:avLst>
              <a:gd name="adj" fmla="val 181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26864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626864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73168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Scheduled 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Boundaries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It 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Run once, or repeat on a schedule.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23113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Watch for a change and tell you.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2441448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Use the apps you have connected.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3168" y="2743200"/>
            <a:ext cx="3913631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73168" y="283464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It cannot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035808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Ask you what you meant.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24612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Reach files kept in a project.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345643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Run without limit - there is a cap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366674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how many you may keep active.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A Vague Instruction Fails on a Schedule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6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79362"/>
                <a:gridCol w="3371422"/>
                <a:gridCol w="3371422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Asked in a chat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Left running as a task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Ambiguity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correct it in seconds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Guessed at on every run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poor answer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spot it at once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It waits in a notification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Wrong once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Wrong every day, unread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383280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So write it for a stranger who cannot ask you anything: name the source, the format and the length. Self-contained is not a nicety here, it is the whole difference between a task that works and one that quietly does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Outlive the Reason You Made Them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0680" y="1389888"/>
            <a:ext cx="3392424" cy="2578608"/>
          </a:xfrm>
        </p:spPr>
        <p:txBody>
          <a:bodyPr wrap="square" anchor="ctr"/>
          <a:lstStyle/>
          <a:p>
            <a:pPr marL="0" indent="0">
              <a:buNone/>
            </a:pPr>
            <a:r>
              <a:t>Every task keeps running until you stop it, and one can pause itself without telling you. So the list is not a screen you visit once: it is where you retire what has served its purpose and notice what has quietly stopped.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572000" cy="2478024"/>
          </a:xfrm>
          <a:prstGeom prst="roundRect">
            <a:avLst>
              <a:gd name="adj" fmla="val 175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57200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57200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Your 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Standing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None of these expire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12064" y="2020824"/>
          <a:ext cx="4279392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1030224"/>
                <a:gridCol w="871728"/>
              </a:tblGrid>
              <a:tr h="274320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F7F7FA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F7F7FA"/>
                          </a:solidFill>
                          <a:latin typeface="Arial"/>
                        </a:rPr>
                        <a:t>Runs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F7F7FA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Weekday news digest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Weekdays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Monday client report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Weekly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Launch-week countdown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Daily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Standup nudge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Weekdays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Competitor price watch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Hourly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Paused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do it live in the tool.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Say it in a sentence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watch it become a task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the task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reword it, change the schedule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Find the whole list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pause one, delete another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