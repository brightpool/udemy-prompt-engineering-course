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7b573326c4401e" /><Relationship Type="http://schemas.openxmlformats.org/officeDocument/2006/relationships/extended-properties" Target="/docProps/app.xml" Id="R381c63648e5f42a9" /><Relationship Type="http://schemas.openxmlformats.org/officeDocument/2006/relationships/officeDocument" Target="/ppt/presentation.xml" Id="R14e35c2bea0a4138"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ceb9e3a52eb4471"/>
    <p:sldMasterId xmlns:r="http://schemas.openxmlformats.org/officeDocument/2006/relationships" id="2147483660" r:id="R34985d0823114ca5"/>
  </p:sldMasterIdLst>
  <p:notesMasterIdLst>
    <p:notesMasterId xmlns:r="http://schemas.openxmlformats.org/officeDocument/2006/relationships" r:id="Ra5734b5c2a784ba2"/>
  </p:notesMasterIdLst>
  <p:sldIdLst>
    <p:sldId xmlns:r="http://schemas.openxmlformats.org/officeDocument/2006/relationships" id="256" r:id="R9b5d430b460e4afa"/>
    <p:sldId xmlns:r="http://schemas.openxmlformats.org/officeDocument/2006/relationships" id="257" r:id="R468e8258ecf948d3"/>
    <p:sldId xmlns:r="http://schemas.openxmlformats.org/officeDocument/2006/relationships" id="258" r:id="Rdc6c12c2aba840a1"/>
    <p:sldId xmlns:r="http://schemas.openxmlformats.org/officeDocument/2006/relationships" id="259" r:id="R1330d3f3463b44a3"/>
    <p:sldId xmlns:r="http://schemas.openxmlformats.org/officeDocument/2006/relationships" id="260" r:id="R21bb9c3f3834456d"/>
  </p:sldIdLst>
  <p:sldSz cx="9144000" cy="5143500"/>
  <p:notesSz cx="6858000" cy="9144000"/>
  <p:embeddedFontLst>
    <p:embeddedFont>
      <p:font typeface="Source Code Pro"/>
      <p:regular xmlns:r="http://schemas.openxmlformats.org/officeDocument/2006/relationships" r:id="R70170d9f4c9c490a"/>
      <p:bold xmlns:r="http://schemas.openxmlformats.org/officeDocument/2006/relationships" r:id="R79fb12fea7e34039"/>
      <p:italic xmlns:r="http://schemas.openxmlformats.org/officeDocument/2006/relationships" r:id="Rcc24f68eb43e4f1d"/>
      <p:boldItalic xmlns:r="http://schemas.openxmlformats.org/officeDocument/2006/relationships" r:id="R6dce8665ea4f4c36"/>
    </p:embeddedFont>
    <p:embeddedFont>
      <p:font typeface="Oswald"/>
      <p:regular xmlns:r="http://schemas.openxmlformats.org/officeDocument/2006/relationships" r:id="R1a145179317e4451"/>
      <p:bold xmlns:r="http://schemas.openxmlformats.org/officeDocument/2006/relationships" r:id="Raf20abb9d56c441f"/>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45178431-022A-4891-899F-29301E8411FA}">
  <a:tblStyle styleId="{45178431-022A-4891-899F-29301E8411FA}"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cbed773c84044942" /><Relationship Type="http://schemas.openxmlformats.org/officeDocument/2006/relationships/slideMaster" Target="/ppt/slideMasters/slideMaster1.xml" Id="R5ceb9e3a52eb4471" /><Relationship Type="http://schemas.openxmlformats.org/officeDocument/2006/relationships/slideMaster" Target="/ppt/slideMasters/slideMaster2.xml" Id="R34985d0823114ca5" /><Relationship Type="http://schemas.openxmlformats.org/officeDocument/2006/relationships/notesMaster" Target="/ppt/notesMasters/notesMaster1.xml" Id="Ra5734b5c2a784ba2" /><Relationship Type="http://schemas.openxmlformats.org/officeDocument/2006/relationships/presProps" Target="/ppt/presProps.xml" Id="Rec3a84005fbb4713" /><Relationship Type="http://schemas.openxmlformats.org/officeDocument/2006/relationships/viewProps" Target="/ppt/viewProps.xml" Id="R5f1b04cb90234c28" /><Relationship Type="http://schemas.openxmlformats.org/officeDocument/2006/relationships/tableStyles" Target="/ppt/tableStyles.xml" Id="R6674b84474424da4" /><Relationship Type="http://schemas.openxmlformats.org/officeDocument/2006/relationships/font" Target="/ppt/fonts/font.dat" Id="R70170d9f4c9c490a" /><Relationship Type="http://schemas.openxmlformats.org/officeDocument/2006/relationships/font" Target="/ppt/fonts/font2.dat" Id="R79fb12fea7e34039" /><Relationship Type="http://schemas.openxmlformats.org/officeDocument/2006/relationships/font" Target="/ppt/fonts/font3.dat" Id="Rcc24f68eb43e4f1d" /><Relationship Type="http://schemas.openxmlformats.org/officeDocument/2006/relationships/font" Target="/ppt/fonts/font4.dat" Id="R6dce8665ea4f4c36" /><Relationship Type="http://schemas.openxmlformats.org/officeDocument/2006/relationships/font" Target="/ppt/fonts/font5.dat" Id="R1a145179317e4451" /><Relationship Type="http://schemas.openxmlformats.org/officeDocument/2006/relationships/font" Target="/ppt/fonts/font6.dat" Id="Raf20abb9d56c441f" /><Relationship Type="http://schemas.openxmlformats.org/officeDocument/2006/relationships/slide" Target="/ppt/slides/slide1.xml" Id="R9b5d430b460e4afa" /><Relationship Type="http://schemas.openxmlformats.org/officeDocument/2006/relationships/slide" Target="/ppt/slides/slide2.xml" Id="R468e8258ecf948d3" /><Relationship Type="http://schemas.openxmlformats.org/officeDocument/2006/relationships/slide" Target="/ppt/slides/slide3.xml" Id="Rdc6c12c2aba840a1" /><Relationship Type="http://schemas.openxmlformats.org/officeDocument/2006/relationships/slide" Target="/ppt/slides/slide4.xml" Id="R1330d3f3463b44a3" /><Relationship Type="http://schemas.openxmlformats.org/officeDocument/2006/relationships/slide" Target="/ppt/slides/slide5.xml" Id="R21bb9c3f383445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3aae4e4521af4e3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db9bc329014343" /><Relationship Type="http://schemas.openxmlformats.org/officeDocument/2006/relationships/notesMaster" Target="/ppt/notesMasters/notesMaster1.xml" Id="Rb7eb42fafaf34db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e3f4304baf4081" /><Relationship Type="http://schemas.openxmlformats.org/officeDocument/2006/relationships/notesMaster" Target="/ppt/notesMasters/notesMaster1.xml" Id="R43a917c50fc740c6"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d48fab8d5b4c2e" /><Relationship Type="http://schemas.openxmlformats.org/officeDocument/2006/relationships/notesMaster" Target="/ppt/notesMasters/notesMaster1.xml" Id="R16e3cf04e6ee4d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ba89c163a5d4992" /><Relationship Type="http://schemas.openxmlformats.org/officeDocument/2006/relationships/notesMaster" Target="/ppt/notesMasters/notesMaster1.xml" Id="Rc4cf88ba5f6a4f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33be594b5432451e" /><Relationship Type="http://schemas.openxmlformats.org/officeDocument/2006/relationships/notesMaster" Target="/ppt/notesMasters/notesMaster1.xml" Id="R3818809a86044c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Welcome to the coding part of the course. Throughout the coding lessons, we'll use Jupyter notebooks containing the code for the examples. If you've never written Python before, you can still follow along. We'll supply the code and explain what each step does. Your first aim is to run an example successfully, then change a small part and see what happens. If you're already a developer, the same material is available on GitHub so you can explore and build on it.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https://github.com/BrightPool/udemy-prompt-engineering-course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 Jupyter notebook is a document made of cells. Text cells explain the lesson, code cells contain instructions, and outputs appear below the code. Python is the language we use to give those instructions. A notebook normally has the .ipynb file extension. Here, print displays the words Hello, AI! When you run that cell, you see the result immediately. In the course examples, you'll also see cells that install packages, ask for an API key and call an AI service. Run those setup cells in the order shown. You don't need to understand every line on the first pass.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https://jupyter.org/ and https://docs.python.org/3/tutorial/</a:t>
            </a:r>
            <a:endParaRPr/>
          </a:p>
          <a:p xmlns:a="http://schemas.openxmlformats.org/drawingml/2006/main">
            <a:pPr marL="0" lvl="0" indent="0" algn="l">
              <a:spcBef>
                <a:spcPts val="0"/>
              </a:spcBef>
              <a:spcAft>
                <a:spcPts val="0"/>
              </a:spcAft>
              <a:buNone/>
            </a:pPr>
            <a:r>
              <a:t>Logo sources: https://github.com/jupyter/design/blob/main/logos/Square%20Logo/squarelogo-greytext-orangebody-greymoons/squarelogo-greytext-orangebody-greymoons.svg and https://www.python.org/community/logos/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Both routes use the course notebooks. If you're new to coding, I recommend Google Colab: it runs Python in your browser, so you can follow the lesson without installing Python on your computer. You will need a Google account to save your own copy and run the notebook. If you're technical, download the repository as a ZIP or clone it with Git. That gives you the code and supporting files available in the repository, including examples for APIs, retrieval, agents and evaluations. Open the .ipynb files in JupyterLab or a notebook-capable editor such as VS Code. GitHub contains the coding companion rather than the entire video course. For a plain Python download, open a notebook in Colab and use File, Download, Download .py. A .py export contains the code, whereas .ipynb preserves the notebook format. Some notebook-specific commands or uploaded-file steps may need adapting before you run the exported script locally.</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https://github.com/BrightPool/udemy-prompt-engineering-course, https://research.google.com/colaboratory/faq.html</a:t>
            </a:r>
            <a:endParaRPr/>
          </a:p>
          <a:p xmlns:a="http://schemas.openxmlformats.org/drawingml/2006/main">
            <a:pPr marL="0" lvl="0" indent="0" algn="l">
              <a:spcBef>
                <a:spcPts val="0"/>
              </a:spcBef>
              <a:spcAft>
                <a:spcPts val="0"/>
              </a:spcAft>
              <a:buNone/>
            </a:pPr>
            <a:r>
              <a:t>Links: https://colab.research.google.com/github/BrightPool/udemy-prompt-engineering-course/ and https://github.com/BrightPool/udemy-prompt-engineering-course</a:t>
            </a:r>
            <a:endParaRPr/>
          </a:p>
          <a:p xmlns:a="http://schemas.openxmlformats.org/drawingml/2006/main">
            <a:pPr marL="0" lvl="0" indent="0" algn="l">
              <a:spcBef>
                <a:spcPts val="0"/>
              </a:spcBef>
              <a:spcAft>
                <a:spcPts val="0"/>
              </a:spcAft>
              <a:buNone/>
            </a:pPr>
            <a:r>
              <a:t>Logo sources: https://colab.research.google.com/img/colab_favicon_256px.png and https://brand.github.com/GitHub_Logos.zip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Open the course notebook using the link on this slide. Click Copy to Drive to save your own editable version. Connect to a runtime, which is the computer that executes your code, then use the play control next to each code cell. Run from top to bottom because later cells may depend on earlier ones. You can also use Shift+Enter to run a selected cell. If Colab disconnects, reconnect and rerun the earlier setup cells.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For a short live demonstration, first open a blank Colab notebook and run print("Hello, AI!"). Change AI to your own name and run it again. This shows what a cell and its output look like without requiring an API key. Then return to a course notebook to show the supplied code. There is no need to run an API example in this introduction. We'll cover provider account setup and API keys in the next lessons. API usage can incur separate charges from the provider.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https://research.google.com/colaboratory/faq.html</a:t>
            </a:r>
            <a:endParaRPr/>
          </a:p>
          <a:p xmlns:a="http://schemas.openxmlformats.org/drawingml/2006/main">
            <a:pPr marL="0" lvl="0" indent="0" algn="l">
              <a:spcBef>
                <a:spcPts val="0"/>
              </a:spcBef>
              <a:spcAft>
                <a:spcPts val="0"/>
              </a:spcAft>
              <a:buNone/>
            </a:pPr>
            <a:r>
              <a:t>Course notebook link: https://colab.research.google.com/github/BrightPool/udemy-prompt-engineering-course/blob/main/openai_features_and_functionality/responses_api_and_messages.ipynb</a:t>
            </a:r>
            <a:endParaRPr/>
          </a:p>
          <a:p xmlns:a="http://schemas.openxmlformats.org/drawingml/2006/main">
            <a:pPr marL="0" lvl="0" indent="0" algn="l">
              <a:spcBef>
                <a:spcPts val="0"/>
              </a:spcBef>
              <a:spcAft>
                <a:spcPts val="0"/>
              </a:spcAft>
              <a:buNone/>
            </a:pPr>
            <a:r>
              <a:t>Screenshot: actual public course notebook captured in Colab during deck preparation. Existing output visible in the notebook is saved notebook output.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is the repository for the course. The folders group the code by topic, and the README helps you find a starting point. Use the green Code menu and choose Download ZIP to download the repository. If you use Git, clone it instead so you can pull later updates. The repository provides the coding materials, including notebooks and supporting prompts, example apps and datasets where available. Some notebooks use extra uploaded files or external services. Follow the setup instructions for the notebook you are using.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Developer route: git clone https://github.com/BrightPool/udemy-prompt-engineering-course.git</a:t>
            </a:r>
            <a:endParaRPr/>
          </a:p>
          <a:p xmlns:a="http://schemas.openxmlformats.org/drawingml/2006/main">
            <a:pPr marL="0" lvl="0" indent="0" algn="l">
              <a:spcBef>
                <a:spcPts val="0"/>
              </a:spcBef>
              <a:spcAft>
                <a:spcPts val="0"/>
              </a:spcAft>
              <a:buNone/>
            </a:pPr>
            <a:r>
              <a:t>For a minimal local notebook environment, the repository README shows how to create a Python virtual environment, install JupyterLab, and start jupyter lab. Notebook cells install many additional dependencies inline.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If you're new to coding, you can stay with Colab and return to the local setup when you're ready. Let's open a notebook and run the first cell together.</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and screenshot page: https://github.com/BrightPool/udemy-prompt-engineering-course</a:t>
            </a:r>
            <a:endParaRPr/>
          </a:p>
          <a:p xmlns:a="http://schemas.openxmlformats.org/drawingml/2006/main">
            <a:pPr marL="0" lvl="0" indent="0" algn="l">
              <a:spcBef>
                <a:spcPts val="0"/>
              </a:spcBef>
              <a:spcAft>
                <a:spcPts val="0"/>
              </a:spcAft>
              <a:buNone/>
            </a:pPr>
            <a:r>
              <a:t>Direct repository ZIP: https://github.com/BrightPool/udemy-prompt-engineering-course/archive/refs/heads/main.zip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b5fb1af74f47b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e2a2daaab7646e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11262d8a76f4f1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c57a96d6f7c46e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1f3167210284cc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155d834fca7402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fbfb2e5ada2047c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536ab303519459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8465b3317b34a5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55ef2fcab2c441c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11ad85368e24d98"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2.xml" Id="Rda73dc99b5bf40df"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2.xml" Id="R6457667695d244e7"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2.xml" Id="Rfc4cf5944b9b442c"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2.xml" Id="R35bbd3112138425d"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2.xml" Id="Rffe83cf799e24acc"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2.xml" Id="R597b5879900a475f"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2.xml" Id="R8f470aec6616472e"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2.xml" Id="R3077c9c2679a4aed"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2.xml" Id="Rbf90011aa0794d56"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2.xml" Id="Rb0e23d997fa04119"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2.xml" Id="Rc9d8c053b79248ca"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13">
            <a:extLst xmlns:a="http://schemas.openxmlformats.org/drawingml/2006/main">
              <a:ext uri="{FF2B5EF4-FFF2-40B4-BE49-F238E27FC236}">
                <a16:creationId xmlns:a16="http://schemas.microsoft.com/office/drawing/2014/main" id="{11D48D95-98BF-4E68-AE7F-7D85912567E5}"/>
              </a:ext>
            </a:extLst>
          </p:cNvPr>
          <p:cNvSpPr>
            <a:spLocks xmlns:a="http://schemas.openxmlformats.org/drawingml/2006/main" noGrp="1"/>
          </p:cNvSpPr>
          <p:nvPr/>
        </p:nvSpPr>
        <p:spPr>
          <a:xfrm xmlns:a="http://schemas.openxmlformats.org/drawingml/2006/main" rot="10800000">
            <a:off x="4226100" y="2933550"/>
            <a:ext cx="691800" cy="388500"/>
          </a:xfrm>
          <a:prstGeom xmlns:a="http://schemas.openxmlformats.org/drawingml/2006/main" prst="triangle">
            <a:avLst>
              <a:gd name="adj" fmla="val 50000"/>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1" name="Google Shape;11;p13">
            <a:extLst xmlns:a="http://schemas.openxmlformats.org/drawingml/2006/main">
              <a:ext uri="{FF2B5EF4-FFF2-40B4-BE49-F238E27FC236}">
                <a16:creationId xmlns:a16="http://schemas.microsoft.com/office/drawing/2014/main" id="{7AB83C44-6E9C-4DFE-8208-A4AFBD1EE114}"/>
              </a:ext>
            </a:extLst>
          </p:cNvPr>
          <p:cNvSpPr>
            <a:spLocks xmlns:a="http://schemas.openxmlformats.org/drawingml/2006/main" noGrp="1"/>
          </p:cNvSpPr>
          <p:nvPr/>
        </p:nvSpPr>
        <p:spPr>
          <a:xfrm xmlns:a="http://schemas.openxmlformats.org/drawingml/2006/main">
            <a:off x="-25" y="0"/>
            <a:ext cx="9144000" cy="31242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12" name="Google Shape;12;p13">
            <a:extLst xmlns:a="http://schemas.openxmlformats.org/drawingml/2006/main">
              <a:ext uri="{FF2B5EF4-FFF2-40B4-BE49-F238E27FC236}">
                <a16:creationId xmlns:a16="http://schemas.microsoft.com/office/drawing/2014/main" id="{F46E54BE-BF1B-45A1-9C24-9002CA5F5BF6}"/>
              </a:ext>
            </a:extLst>
          </p:cNvPr>
          <p:cNvSpPr>
            <a:spLocks xmlns:a="http://schemas.openxmlformats.org/drawingml/2006/main" noGrp="1"/>
          </p:cNvSpPr>
          <p:nvPr>
            <p:ph type="ctrTitle" idx="0"/>
          </p:nvPr>
        </p:nvSpPr>
        <p:spPr>
          <a:xfrm xmlns:a="http://schemas.openxmlformats.org/drawingml/2006/main">
            <a:off x="411175" y="644300"/>
            <a:ext cx="8282400" cy="210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Clr>
                <a:schemeClr val="lt1"/>
              </a:buClr>
              <a:buSzPts val="6000"/>
              <a:buNone/>
              <a:defRPr sz="6000">
                <a:solidFill>
                  <a:schemeClr val="lt1"/>
                </a:solidFill>
              </a:defRPr>
            </a:lvl1pPr>
            <a:lvl2pPr algn="ctr">
              <a:lnSpc>
                <a:spcPct val="100000"/>
              </a:lnSpc>
              <a:spcBef>
                <a:spcPts val="0"/>
              </a:spcBef>
              <a:spcAft>
                <a:spcPts val="0"/>
              </a:spcAft>
              <a:buClr>
                <a:schemeClr val="lt1"/>
              </a:buClr>
              <a:buSzPts val="6000"/>
              <a:buNone/>
              <a:defRPr sz="6000">
                <a:solidFill>
                  <a:schemeClr val="lt1"/>
                </a:solidFill>
              </a:defRPr>
            </a:lvl2pPr>
            <a:lvl3pPr algn="ctr">
              <a:lnSpc>
                <a:spcPct val="100000"/>
              </a:lnSpc>
              <a:spcBef>
                <a:spcPts val="0"/>
              </a:spcBef>
              <a:spcAft>
                <a:spcPts val="0"/>
              </a:spcAft>
              <a:buClr>
                <a:schemeClr val="lt1"/>
              </a:buClr>
              <a:buSzPts val="6000"/>
              <a:buNone/>
              <a:defRPr sz="6000">
                <a:solidFill>
                  <a:schemeClr val="lt1"/>
                </a:solidFill>
              </a:defRPr>
            </a:lvl3pPr>
            <a:lvl4pPr algn="ctr">
              <a:lnSpc>
                <a:spcPct val="100000"/>
              </a:lnSpc>
              <a:spcBef>
                <a:spcPts val="0"/>
              </a:spcBef>
              <a:spcAft>
                <a:spcPts val="0"/>
              </a:spcAft>
              <a:buClr>
                <a:schemeClr val="lt1"/>
              </a:buClr>
              <a:buSzPts val="6000"/>
              <a:buNone/>
              <a:defRPr sz="6000">
                <a:solidFill>
                  <a:schemeClr val="lt1"/>
                </a:solidFill>
              </a:defRPr>
            </a:lvl4pPr>
            <a:lvl5pPr algn="ctr">
              <a:lnSpc>
                <a:spcPct val="100000"/>
              </a:lnSpc>
              <a:spcBef>
                <a:spcPts val="0"/>
              </a:spcBef>
              <a:spcAft>
                <a:spcPts val="0"/>
              </a:spcAft>
              <a:buClr>
                <a:schemeClr val="lt1"/>
              </a:buClr>
              <a:buSzPts val="6000"/>
              <a:buNone/>
              <a:defRPr sz="6000">
                <a:solidFill>
                  <a:schemeClr val="lt1"/>
                </a:solidFill>
              </a:defRPr>
            </a:lvl5pPr>
            <a:lvl6pPr algn="ctr">
              <a:lnSpc>
                <a:spcPct val="100000"/>
              </a:lnSpc>
              <a:spcBef>
                <a:spcPts val="0"/>
              </a:spcBef>
              <a:spcAft>
                <a:spcPts val="0"/>
              </a:spcAft>
              <a:buClr>
                <a:schemeClr val="lt1"/>
              </a:buClr>
              <a:buSzPts val="6000"/>
              <a:buNone/>
              <a:defRPr sz="6000">
                <a:solidFill>
                  <a:schemeClr val="lt1"/>
                </a:solidFill>
              </a:defRPr>
            </a:lvl6pPr>
            <a:lvl7pPr algn="ctr">
              <a:lnSpc>
                <a:spcPct val="100000"/>
              </a:lnSpc>
              <a:spcBef>
                <a:spcPts val="0"/>
              </a:spcBef>
              <a:spcAft>
                <a:spcPts val="0"/>
              </a:spcAft>
              <a:buClr>
                <a:schemeClr val="lt1"/>
              </a:buClr>
              <a:buSzPts val="6000"/>
              <a:buNone/>
              <a:defRPr sz="6000">
                <a:solidFill>
                  <a:schemeClr val="lt1"/>
                </a:solidFill>
              </a:defRPr>
            </a:lvl7pPr>
            <a:lvl8pPr algn="ctr">
              <a:lnSpc>
                <a:spcPct val="100000"/>
              </a:lnSpc>
              <a:spcBef>
                <a:spcPts val="0"/>
              </a:spcBef>
              <a:spcAft>
                <a:spcPts val="0"/>
              </a:spcAft>
              <a:buClr>
                <a:schemeClr val="lt1"/>
              </a:buClr>
              <a:buSzPts val="6000"/>
              <a:buNone/>
              <a:defRPr sz="6000">
                <a:solidFill>
                  <a:schemeClr val="lt1"/>
                </a:solidFill>
              </a:defRPr>
            </a:lvl8pPr>
            <a:lvl9pPr algn="ctr">
              <a:lnSpc>
                <a:spcPct val="100000"/>
              </a:lnSpc>
              <a:spcBef>
                <a:spcPts val="0"/>
              </a:spcBef>
              <a:spcAft>
                <a:spcPts val="0"/>
              </a:spcAft>
              <a:buClr>
                <a:schemeClr val="lt1"/>
              </a:buClr>
              <a:buSzPts val="6000"/>
              <a:buNone/>
              <a:defRPr sz="6000">
                <a:solidFill>
                  <a:schemeClr val="lt1"/>
                </a:solidFill>
              </a:defRPr>
            </a:lvl9pPr>
          </a:lstStyle>
          <a:p xmlns:a="http://schemas.openxmlformats.org/drawingml/2006/main"/>
        </p:txBody>
      </p:sp>
      <p:sp>
        <p:nvSpPr>
          <p:cNvPr id="13" name="Google Shape;13;p13">
            <a:extLst xmlns:a="http://schemas.openxmlformats.org/drawingml/2006/main">
              <a:ext uri="{FF2B5EF4-FFF2-40B4-BE49-F238E27FC236}">
                <a16:creationId xmlns:a16="http://schemas.microsoft.com/office/drawing/2014/main" id="{66A8AACB-C940-4F55-AD21-AED03449D3E9}"/>
              </a:ext>
            </a:extLst>
          </p:cNvPr>
          <p:cNvSpPr>
            <a:spLocks xmlns:a="http://schemas.openxmlformats.org/drawingml/2006/main" noGrp="1"/>
          </p:cNvSpPr>
          <p:nvPr>
            <p:ph type="subTitle" idx="1"/>
          </p:nvPr>
        </p:nvSpPr>
        <p:spPr>
          <a:xfrm xmlns:a="http://schemas.openxmlformats.org/drawingml/2006/main">
            <a:off x="411175" y="3398250"/>
            <a:ext cx="8282400" cy="126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Font typeface="Oswald"/>
              <a:buNone/>
              <a:defRPr sz="3600">
                <a:latin typeface="Oswald"/>
                <a:ea typeface="Oswald"/>
                <a:cs typeface="Oswald"/>
              </a:defRPr>
            </a:lvl1pPr>
            <a:lvl2pPr algn="ctr">
              <a:lnSpc>
                <a:spcPct val="100000"/>
              </a:lnSpc>
              <a:spcBef>
                <a:spcPts val="0"/>
              </a:spcBef>
              <a:spcAft>
                <a:spcPts val="0"/>
              </a:spcAft>
              <a:buSzPts val="3600"/>
              <a:buFont typeface="Oswald"/>
              <a:buNone/>
              <a:defRPr sz="3600">
                <a:latin typeface="Oswald"/>
                <a:ea typeface="Oswald"/>
                <a:cs typeface="Oswald"/>
              </a:defRPr>
            </a:lvl2pPr>
            <a:lvl3pPr algn="ctr">
              <a:lnSpc>
                <a:spcPct val="100000"/>
              </a:lnSpc>
              <a:spcBef>
                <a:spcPts val="0"/>
              </a:spcBef>
              <a:spcAft>
                <a:spcPts val="0"/>
              </a:spcAft>
              <a:buSzPts val="3600"/>
              <a:buFont typeface="Oswald"/>
              <a:buNone/>
              <a:defRPr sz="3600">
                <a:latin typeface="Oswald"/>
                <a:ea typeface="Oswald"/>
                <a:cs typeface="Oswald"/>
              </a:defRPr>
            </a:lvl3pPr>
            <a:lvl4pPr algn="ctr">
              <a:lnSpc>
                <a:spcPct val="100000"/>
              </a:lnSpc>
              <a:spcBef>
                <a:spcPts val="0"/>
              </a:spcBef>
              <a:spcAft>
                <a:spcPts val="0"/>
              </a:spcAft>
              <a:buSzPts val="3600"/>
              <a:buFont typeface="Oswald"/>
              <a:buNone/>
              <a:defRPr sz="3600">
                <a:latin typeface="Oswald"/>
                <a:ea typeface="Oswald"/>
                <a:cs typeface="Oswald"/>
              </a:defRPr>
            </a:lvl4pPr>
            <a:lvl5pPr algn="ctr">
              <a:lnSpc>
                <a:spcPct val="100000"/>
              </a:lnSpc>
              <a:spcBef>
                <a:spcPts val="0"/>
              </a:spcBef>
              <a:spcAft>
                <a:spcPts val="0"/>
              </a:spcAft>
              <a:buSzPts val="3600"/>
              <a:buFont typeface="Oswald"/>
              <a:buNone/>
              <a:defRPr sz="3600">
                <a:latin typeface="Oswald"/>
                <a:ea typeface="Oswald"/>
                <a:cs typeface="Oswald"/>
              </a:defRPr>
            </a:lvl5pPr>
            <a:lvl6pPr algn="ctr">
              <a:lnSpc>
                <a:spcPct val="100000"/>
              </a:lnSpc>
              <a:spcBef>
                <a:spcPts val="0"/>
              </a:spcBef>
              <a:spcAft>
                <a:spcPts val="0"/>
              </a:spcAft>
              <a:buSzPts val="3600"/>
              <a:buFont typeface="Oswald"/>
              <a:buNone/>
              <a:defRPr sz="3600">
                <a:latin typeface="Oswald"/>
                <a:ea typeface="Oswald"/>
                <a:cs typeface="Oswald"/>
              </a:defRPr>
            </a:lvl6pPr>
            <a:lvl7pPr algn="ctr">
              <a:lnSpc>
                <a:spcPct val="100000"/>
              </a:lnSpc>
              <a:spcBef>
                <a:spcPts val="0"/>
              </a:spcBef>
              <a:spcAft>
                <a:spcPts val="0"/>
              </a:spcAft>
              <a:buSzPts val="3600"/>
              <a:buFont typeface="Oswald"/>
              <a:buNone/>
              <a:defRPr sz="3600">
                <a:latin typeface="Oswald"/>
                <a:ea typeface="Oswald"/>
                <a:cs typeface="Oswald"/>
              </a:defRPr>
            </a:lvl7pPr>
            <a:lvl8pPr algn="ctr">
              <a:lnSpc>
                <a:spcPct val="100000"/>
              </a:lnSpc>
              <a:spcBef>
                <a:spcPts val="0"/>
              </a:spcBef>
              <a:spcAft>
                <a:spcPts val="0"/>
              </a:spcAft>
              <a:buSzPts val="3600"/>
              <a:buFont typeface="Oswald"/>
              <a:buNone/>
              <a:defRPr sz="3600">
                <a:latin typeface="Oswald"/>
                <a:ea typeface="Oswald"/>
                <a:cs typeface="Oswald"/>
              </a:defRPr>
            </a:lvl8pPr>
            <a:lvl9pPr algn="ctr">
              <a:lnSpc>
                <a:spcPct val="100000"/>
              </a:lnSpc>
              <a:spcBef>
                <a:spcPts val="0"/>
              </a:spcBef>
              <a:spcAft>
                <a:spcPts val="0"/>
              </a:spcAft>
              <a:buSzPts val="3600"/>
              <a:buFont typeface="Oswald"/>
              <a:buNone/>
              <a:defRPr sz="3600">
                <a:latin typeface="Oswald"/>
                <a:ea typeface="Oswald"/>
                <a:cs typeface="Oswald"/>
              </a:defRPr>
            </a:lvl9pPr>
          </a:lstStyle>
          <a:p xmlns:a="http://schemas.openxmlformats.org/drawingml/2006/main"/>
        </p:txBody>
      </p:sp>
      <p:sp>
        <p:nvSpPr>
          <p:cNvPr id="14" name="Google Shape;14;p13">
            <a:extLst xmlns:a="http://schemas.openxmlformats.org/drawingml/2006/main">
              <a:ext uri="{FF2B5EF4-FFF2-40B4-BE49-F238E27FC236}">
                <a16:creationId xmlns:a16="http://schemas.microsoft.com/office/drawing/2014/main" id="{A2AFC72A-D1B5-4C17-9526-3D0B579F8D5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5" name="Google Shape;15;p13">
            <a:extLst xmlns:a="http://schemas.openxmlformats.org/drawingml/2006/main">
              <a:ext uri="{FF2B5EF4-FFF2-40B4-BE49-F238E27FC236}">
                <a16:creationId xmlns:a16="http://schemas.microsoft.com/office/drawing/2014/main" id="{BF6331C3-CB98-44B9-8BF7-BCDDFE5332BE}"/>
              </a:ext>
            </a:extLst>
          </p:cNvPr>
          <p:cNvSpPr>
            <a:spLocks xmlns:a="http://schemas.openxmlformats.org/drawingml/2006/main" noGrp="1"/>
          </p:cNvSpPr>
          <p:nvPr/>
        </p:nvSpPr>
        <p:spPr>
          <a:xfrm xmlns:a="http://schemas.openxmlformats.org/drawingml/2006/main">
            <a:off x="411175" y="79900"/>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00"/>
              <a:buFont typeface="Arial"/>
              <a:buNone/>
            </a:pPr>
            <a:r>
              <a:rPr sz="1100" b="0" i="0" u="none" cap="none">
                <a:solidFill>
                  <a:schemeClr val="lt1"/>
                </a:solidFill>
                <a:latin typeface="Source Code Pro"/>
                <a:ea typeface="Source Code Pro"/>
                <a:cs typeface="Source Code Pro"/>
              </a:rPr>
              <a:t>Complete Prompt Engineering for Generative AI (2026)</a:t>
            </a:r>
            <a:endParaRPr sz="1100" b="0" i="0" u="none" cap="none">
              <a:solidFill>
                <a:schemeClr val="lt1"/>
              </a:solidFill>
              <a:latin typeface="Source Code Pro"/>
              <a:ea typeface="Source Code Pro"/>
              <a:cs typeface="Source Code Pro"/>
            </a:endParaRPr>
          </a:p>
        </p:txBody>
      </p:sp>
    </p:spTree>
  </p:cSld>
</p:sldLayout>
</file>

<file path=ppt/slideLayouts/slideLayout2.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cxnSp>
        <p:nvCxnSpPr>
          <p:cNvPr id="22" name="Google Shape;17;p14"/>
          <p:cNvCxnSpPr/>
          <p:nvPr/>
        </p:nvCxnSpPr>
        <p:spPr>
          <a:xfrm xmlns:a="http://schemas.openxmlformats.org/drawingml/2006/main">
            <a:off x="429200" y="127557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18" name="Google Shape;18;p14">
            <a:extLst xmlns:a="http://schemas.openxmlformats.org/drawingml/2006/main">
              <a:ext uri="{FF2B5EF4-FFF2-40B4-BE49-F238E27FC236}">
                <a16:creationId xmlns:a16="http://schemas.microsoft.com/office/drawing/2014/main" id="{5D76D53A-71A3-4670-BA59-BFCE95407A84}"/>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19" name="Google Shape;19;p14">
            <a:extLst xmlns:a="http://schemas.openxmlformats.org/drawingml/2006/main">
              <a:ext uri="{FF2B5EF4-FFF2-40B4-BE49-F238E27FC236}">
                <a16:creationId xmlns:a16="http://schemas.microsoft.com/office/drawing/2014/main" id="{6A7009FF-348B-4E87-B75E-E44C1B98A8F6}"/>
              </a:ext>
            </a:extLst>
          </p:cNvPr>
          <p:cNvSpPr>
            <a:spLocks xmlns:a="http://schemas.openxmlformats.org/drawingml/2006/main" noGrp="1"/>
          </p:cNvSpPr>
          <p:nvPr>
            <p:ph type="body" idx="1"/>
          </p:nvPr>
        </p:nvSpPr>
        <p:spPr>
          <a:xfrm xmlns:a="http://schemas.openxmlformats.org/drawingml/2006/main">
            <a:off x="311700" y="1468825"/>
            <a:ext cx="85206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20" name="Google Shape;20;p14">
            <a:extLst xmlns:a="http://schemas.openxmlformats.org/drawingml/2006/main">
              <a:ext uri="{FF2B5EF4-FFF2-40B4-BE49-F238E27FC236}">
                <a16:creationId xmlns:a16="http://schemas.microsoft.com/office/drawing/2014/main" id="{3D359C08-3533-4F4B-9B52-8557A4C76DA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1" name="Google Shape;21;p14">
            <a:extLst xmlns:a="http://schemas.openxmlformats.org/drawingml/2006/main">
              <a:ext uri="{FF2B5EF4-FFF2-40B4-BE49-F238E27FC236}">
                <a16:creationId xmlns:a16="http://schemas.microsoft.com/office/drawing/2014/main" id="{6A3DEF08-C5D7-4BF4-A47F-8D1B9AE8611D}"/>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3.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cxnSp>
        <p:nvCxnSpPr>
          <p:cNvPr id="29" name="Google Shape;23;p15"/>
          <p:cNvCxnSpPr/>
          <p:nvPr/>
        </p:nvCxnSpPr>
        <p:spPr>
          <a:xfrm xmlns:a="http://schemas.openxmlformats.org/drawingml/2006/main">
            <a:off x="429200" y="127557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24" name="Google Shape;24;p15">
            <a:extLst xmlns:a="http://schemas.openxmlformats.org/drawingml/2006/main">
              <a:ext uri="{FF2B5EF4-FFF2-40B4-BE49-F238E27FC236}">
                <a16:creationId xmlns:a16="http://schemas.microsoft.com/office/drawing/2014/main" id="{6CBB5BE3-6F91-4C8B-B3A1-2C58F80FF649}"/>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25" name="Google Shape;25;p15">
            <a:extLst xmlns:a="http://schemas.openxmlformats.org/drawingml/2006/main">
              <a:ext uri="{FF2B5EF4-FFF2-40B4-BE49-F238E27FC236}">
                <a16:creationId xmlns:a16="http://schemas.microsoft.com/office/drawing/2014/main" id="{2434F03D-69E9-40A5-BB44-DD91B81F5B70}"/>
              </a:ext>
            </a:extLst>
          </p:cNvPr>
          <p:cNvSpPr>
            <a:spLocks xmlns:a="http://schemas.openxmlformats.org/drawingml/2006/main" noGrp="1"/>
          </p:cNvSpPr>
          <p:nvPr>
            <p:ph type="body" idx="1"/>
          </p:nvPr>
        </p:nvSpPr>
        <p:spPr>
          <a:xfrm xmlns:a="http://schemas.openxmlformats.org/drawingml/2006/main">
            <a:off x="311700" y="1468825"/>
            <a:ext cx="39999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26" name="Google Shape;26;p15">
            <a:extLst xmlns:a="http://schemas.openxmlformats.org/drawingml/2006/main">
              <a:ext uri="{FF2B5EF4-FFF2-40B4-BE49-F238E27FC236}">
                <a16:creationId xmlns:a16="http://schemas.microsoft.com/office/drawing/2014/main" id="{0DFEA248-ADE2-43EA-9063-53EA1980482A}"/>
              </a:ext>
            </a:extLst>
          </p:cNvPr>
          <p:cNvSpPr>
            <a:spLocks xmlns:a="http://schemas.openxmlformats.org/drawingml/2006/main" noGrp="1"/>
          </p:cNvSpPr>
          <p:nvPr>
            <p:ph type="body" idx="2"/>
          </p:nvPr>
        </p:nvSpPr>
        <p:spPr>
          <a:xfrm xmlns:a="http://schemas.openxmlformats.org/drawingml/2006/main">
            <a:off x="4832400" y="1468825"/>
            <a:ext cx="39999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27" name="Google Shape;27;p15">
            <a:extLst xmlns:a="http://schemas.openxmlformats.org/drawingml/2006/main">
              <a:ext uri="{FF2B5EF4-FFF2-40B4-BE49-F238E27FC236}">
                <a16:creationId xmlns:a16="http://schemas.microsoft.com/office/drawing/2014/main" id="{0EBA1804-2905-41EC-B77B-096925F8BF9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28" name="Google Shape;28;p15">
            <a:extLst xmlns:a="http://schemas.openxmlformats.org/drawingml/2006/main">
              <a:ext uri="{FF2B5EF4-FFF2-40B4-BE49-F238E27FC236}">
                <a16:creationId xmlns:a16="http://schemas.microsoft.com/office/drawing/2014/main" id="{6F08666B-7D9B-432C-B444-5A02FFD369AA}"/>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4.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30" name="Google Shape;30;p16">
            <a:extLst xmlns:a="http://schemas.openxmlformats.org/drawingml/2006/main">
              <a:ext uri="{FF2B5EF4-FFF2-40B4-BE49-F238E27FC236}">
                <a16:creationId xmlns:a16="http://schemas.microsoft.com/office/drawing/2014/main" id="{9D818251-1D5A-4883-A7B6-E146BC7ABC8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1" name="Google Shape;31;p16">
            <a:extLst xmlns:a="http://schemas.openxmlformats.org/drawingml/2006/main">
              <a:ext uri="{FF2B5EF4-FFF2-40B4-BE49-F238E27FC236}">
                <a16:creationId xmlns:a16="http://schemas.microsoft.com/office/drawing/2014/main" id="{99F3929B-667E-4074-8145-5B88ADC77190}"/>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5.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33" name="Google Shape;33;p17">
            <a:extLst xmlns:a="http://schemas.openxmlformats.org/drawingml/2006/main">
              <a:ext uri="{FF2B5EF4-FFF2-40B4-BE49-F238E27FC236}">
                <a16:creationId xmlns:a16="http://schemas.microsoft.com/office/drawing/2014/main" id="{09251576-A5A8-44C4-804D-B0C06C30D32A}"/>
              </a:ext>
            </a:extLst>
          </p:cNvPr>
          <p:cNvSpPr>
            <a:spLocks xmlns:a="http://schemas.openxmlformats.org/drawingml/2006/main" noGrp="1"/>
          </p:cNvSpPr>
          <p:nvPr/>
        </p:nvSpPr>
        <p:spPr>
          <a:xfrm xmlns:a="http://schemas.openxmlformats.org/drawingml/2006/main">
            <a:off x="0" y="1567350"/>
            <a:ext cx="9144000" cy="20088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34" name="Google Shape;34;p17">
            <a:extLst xmlns:a="http://schemas.openxmlformats.org/drawingml/2006/main">
              <a:ext uri="{FF2B5EF4-FFF2-40B4-BE49-F238E27FC236}">
                <a16:creationId xmlns:a16="http://schemas.microsoft.com/office/drawing/2014/main" id="{0F13A0B2-BE08-46B1-9291-81EECDCACEFB}"/>
              </a:ext>
            </a:extLst>
          </p:cNvPr>
          <p:cNvSpPr>
            <a:spLocks xmlns:a="http://schemas.openxmlformats.org/drawingml/2006/main" noGrp="1"/>
          </p:cNvSpPr>
          <p:nvPr>
            <p:ph type="title" idx="0"/>
          </p:nvPr>
        </p:nvSpPr>
        <p:spPr>
          <a:xfrm xmlns:a="http://schemas.openxmlformats.org/drawingml/2006/main">
            <a:off x="430800" y="1889700"/>
            <a:ext cx="8282400" cy="151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Clr>
                <a:schemeClr val="lt1"/>
              </a:buClr>
              <a:buSzPts val="3600"/>
              <a:buNone/>
              <a:defRPr sz="3600">
                <a:solidFill>
                  <a:schemeClr val="lt1"/>
                </a:solidFill>
              </a:defRPr>
            </a:lvl1pPr>
            <a:lvl2pPr algn="ctr">
              <a:lnSpc>
                <a:spcPct val="100000"/>
              </a:lnSpc>
              <a:spcBef>
                <a:spcPts val="0"/>
              </a:spcBef>
              <a:spcAft>
                <a:spcPts val="0"/>
              </a:spcAft>
              <a:buClr>
                <a:schemeClr val="lt1"/>
              </a:buClr>
              <a:buSzPts val="3600"/>
              <a:buNone/>
              <a:defRPr sz="3600">
                <a:solidFill>
                  <a:schemeClr val="lt1"/>
                </a:solidFill>
              </a:defRPr>
            </a:lvl2pPr>
            <a:lvl3pPr algn="ctr">
              <a:lnSpc>
                <a:spcPct val="100000"/>
              </a:lnSpc>
              <a:spcBef>
                <a:spcPts val="0"/>
              </a:spcBef>
              <a:spcAft>
                <a:spcPts val="0"/>
              </a:spcAft>
              <a:buClr>
                <a:schemeClr val="lt1"/>
              </a:buClr>
              <a:buSzPts val="3600"/>
              <a:buNone/>
              <a:defRPr sz="3600">
                <a:solidFill>
                  <a:schemeClr val="lt1"/>
                </a:solidFill>
              </a:defRPr>
            </a:lvl3pPr>
            <a:lvl4pPr algn="ctr">
              <a:lnSpc>
                <a:spcPct val="100000"/>
              </a:lnSpc>
              <a:spcBef>
                <a:spcPts val="0"/>
              </a:spcBef>
              <a:spcAft>
                <a:spcPts val="0"/>
              </a:spcAft>
              <a:buClr>
                <a:schemeClr val="lt1"/>
              </a:buClr>
              <a:buSzPts val="3600"/>
              <a:buNone/>
              <a:defRPr sz="3600">
                <a:solidFill>
                  <a:schemeClr val="lt1"/>
                </a:solidFill>
              </a:defRPr>
            </a:lvl4pPr>
            <a:lvl5pPr algn="ctr">
              <a:lnSpc>
                <a:spcPct val="100000"/>
              </a:lnSpc>
              <a:spcBef>
                <a:spcPts val="0"/>
              </a:spcBef>
              <a:spcAft>
                <a:spcPts val="0"/>
              </a:spcAft>
              <a:buClr>
                <a:schemeClr val="lt1"/>
              </a:buClr>
              <a:buSzPts val="3600"/>
              <a:buNone/>
              <a:defRPr sz="3600">
                <a:solidFill>
                  <a:schemeClr val="lt1"/>
                </a:solidFill>
              </a:defRPr>
            </a:lvl5pPr>
            <a:lvl6pPr algn="ctr">
              <a:lnSpc>
                <a:spcPct val="100000"/>
              </a:lnSpc>
              <a:spcBef>
                <a:spcPts val="0"/>
              </a:spcBef>
              <a:spcAft>
                <a:spcPts val="0"/>
              </a:spcAft>
              <a:buClr>
                <a:schemeClr val="lt1"/>
              </a:buClr>
              <a:buSzPts val="3600"/>
              <a:buNone/>
              <a:defRPr sz="3600">
                <a:solidFill>
                  <a:schemeClr val="lt1"/>
                </a:solidFill>
              </a:defRPr>
            </a:lvl6pPr>
            <a:lvl7pPr algn="ctr">
              <a:lnSpc>
                <a:spcPct val="100000"/>
              </a:lnSpc>
              <a:spcBef>
                <a:spcPts val="0"/>
              </a:spcBef>
              <a:spcAft>
                <a:spcPts val="0"/>
              </a:spcAft>
              <a:buClr>
                <a:schemeClr val="lt1"/>
              </a:buClr>
              <a:buSzPts val="3600"/>
              <a:buNone/>
              <a:defRPr sz="3600">
                <a:solidFill>
                  <a:schemeClr val="lt1"/>
                </a:solidFill>
              </a:defRPr>
            </a:lvl7pPr>
            <a:lvl8pPr algn="ctr">
              <a:lnSpc>
                <a:spcPct val="100000"/>
              </a:lnSpc>
              <a:spcBef>
                <a:spcPts val="0"/>
              </a:spcBef>
              <a:spcAft>
                <a:spcPts val="0"/>
              </a:spcAft>
              <a:buClr>
                <a:schemeClr val="lt1"/>
              </a:buClr>
              <a:buSzPts val="3600"/>
              <a:buNone/>
              <a:defRPr sz="3600">
                <a:solidFill>
                  <a:schemeClr val="lt1"/>
                </a:solidFill>
              </a:defRPr>
            </a:lvl8pPr>
            <a:lvl9pPr algn="ctr">
              <a:lnSpc>
                <a:spcPct val="100000"/>
              </a:lnSpc>
              <a:spcBef>
                <a:spcPts val="0"/>
              </a:spcBef>
              <a:spcAft>
                <a:spcPts val="0"/>
              </a:spcAft>
              <a:buClr>
                <a:schemeClr val="lt1"/>
              </a:buClr>
              <a:buSzPts val="3600"/>
              <a:buNone/>
              <a:defRPr sz="3600">
                <a:solidFill>
                  <a:schemeClr val="lt1"/>
                </a:solidFill>
              </a:defRPr>
            </a:lvl9pPr>
          </a:lstStyle>
          <a:p xmlns:a="http://schemas.openxmlformats.org/drawingml/2006/main"/>
        </p:txBody>
      </p:sp>
      <p:sp>
        <p:nvSpPr>
          <p:cNvPr id="35" name="Google Shape;35;p17">
            <a:extLst xmlns:a="http://schemas.openxmlformats.org/drawingml/2006/main">
              <a:ext uri="{FF2B5EF4-FFF2-40B4-BE49-F238E27FC236}">
                <a16:creationId xmlns:a16="http://schemas.microsoft.com/office/drawing/2014/main" id="{79573758-E9C7-4AC3-A6B7-A30F8F781E2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36" name="Google Shape;36;p17">
            <a:extLst xmlns:a="http://schemas.openxmlformats.org/drawingml/2006/main">
              <a:ext uri="{FF2B5EF4-FFF2-40B4-BE49-F238E27FC236}">
                <a16:creationId xmlns:a16="http://schemas.microsoft.com/office/drawing/2014/main" id="{B528A9D9-6AEC-4223-AF47-86297556DCFD}"/>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6.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38" name="Google Shape;38;p18">
            <a:extLst xmlns:a="http://schemas.openxmlformats.org/drawingml/2006/main">
              <a:ext uri="{FF2B5EF4-FFF2-40B4-BE49-F238E27FC236}">
                <a16:creationId xmlns:a16="http://schemas.microsoft.com/office/drawing/2014/main" id="{1FE707DB-2F0E-4CC3-964B-40FC46F6FED4}"/>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39" name="Google Shape;39;p18">
            <a:extLst xmlns:a="http://schemas.openxmlformats.org/drawingml/2006/main">
              <a:ext uri="{FF2B5EF4-FFF2-40B4-BE49-F238E27FC236}">
                <a16:creationId xmlns:a16="http://schemas.microsoft.com/office/drawing/2014/main" id="{390AC49B-850D-4891-A25C-E09C8433643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40" name="Google Shape;40;p18">
            <a:extLst xmlns:a="http://schemas.openxmlformats.org/drawingml/2006/main">
              <a:ext uri="{FF2B5EF4-FFF2-40B4-BE49-F238E27FC236}">
                <a16:creationId xmlns:a16="http://schemas.microsoft.com/office/drawing/2014/main" id="{52948494-E855-4D35-9B46-C0F7CF5A4F11}"/>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7.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cxnSp>
        <p:nvCxnSpPr>
          <p:cNvPr id="47" name="Google Shape;42;p19"/>
          <p:cNvCxnSpPr/>
          <p:nvPr/>
        </p:nvCxnSpPr>
        <p:spPr>
          <a:xfrm xmlns:a="http://schemas.openxmlformats.org/drawingml/2006/main">
            <a:off x="418675" y="145778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43" name="Google Shape;43;p19">
            <a:extLst xmlns:a="http://schemas.openxmlformats.org/drawingml/2006/main">
              <a:ext uri="{FF2B5EF4-FFF2-40B4-BE49-F238E27FC236}">
                <a16:creationId xmlns:a16="http://schemas.microsoft.com/office/drawing/2014/main" id="{E3454B83-E1BE-4D57-BD1C-EC1CB9F87364}"/>
              </a:ext>
            </a:extLst>
          </p:cNvPr>
          <p:cNvSpPr>
            <a:spLocks xmlns:a="http://schemas.openxmlformats.org/drawingml/2006/main" noGrp="1"/>
          </p:cNvSpPr>
          <p:nvPr>
            <p:ph type="title" idx="0"/>
          </p:nvPr>
        </p:nvSpPr>
        <p:spPr>
          <a:xfrm xmlns:a="http://schemas.openxmlformats.org/drawingml/2006/main">
            <a:off x="311700" y="631800"/>
            <a:ext cx="2808000" cy="75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2400"/>
              <a:buNone/>
              <a:defRPr sz="2400"/>
            </a:lvl1pPr>
            <a:lvl2pPr algn="l">
              <a:lnSpc>
                <a:spcPct val="100000"/>
              </a:lnSpc>
              <a:spcBef>
                <a:spcPts val="0"/>
              </a:spcBef>
              <a:spcAft>
                <a:spcPts val="0"/>
              </a:spcAft>
              <a:buSzPts val="2400"/>
              <a:buNone/>
              <a:defRPr sz="2400"/>
            </a:lvl2pPr>
            <a:lvl3pPr algn="l">
              <a:lnSpc>
                <a:spcPct val="100000"/>
              </a:lnSpc>
              <a:spcBef>
                <a:spcPts val="0"/>
              </a:spcBef>
              <a:spcAft>
                <a:spcPts val="0"/>
              </a:spcAft>
              <a:buSzPts val="2400"/>
              <a:buNone/>
              <a:defRPr sz="2400"/>
            </a:lvl3pPr>
            <a:lvl4pPr algn="l">
              <a:lnSpc>
                <a:spcPct val="100000"/>
              </a:lnSpc>
              <a:spcBef>
                <a:spcPts val="0"/>
              </a:spcBef>
              <a:spcAft>
                <a:spcPts val="0"/>
              </a:spcAft>
              <a:buSzPts val="2400"/>
              <a:buNone/>
              <a:defRPr sz="2400"/>
            </a:lvl4pPr>
            <a:lvl5pPr algn="l">
              <a:lnSpc>
                <a:spcPct val="100000"/>
              </a:lnSpc>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p:txBody>
      </p:sp>
      <p:sp>
        <p:nvSpPr>
          <p:cNvPr id="44" name="Google Shape;44;p19">
            <a:extLst xmlns:a="http://schemas.openxmlformats.org/drawingml/2006/main">
              <a:ext uri="{FF2B5EF4-FFF2-40B4-BE49-F238E27FC236}">
                <a16:creationId xmlns:a16="http://schemas.microsoft.com/office/drawing/2014/main" id="{A57E5B2D-ED1B-4D9E-83E1-B20289FD6C10}"/>
              </a:ext>
            </a:extLst>
          </p:cNvPr>
          <p:cNvSpPr>
            <a:spLocks xmlns:a="http://schemas.openxmlformats.org/drawingml/2006/main" noGrp="1"/>
          </p:cNvSpPr>
          <p:nvPr>
            <p:ph type="body" idx="1"/>
          </p:nvPr>
        </p:nvSpPr>
        <p:spPr>
          <a:xfrm xmlns:a="http://schemas.openxmlformats.org/drawingml/2006/main">
            <a:off x="311700" y="1618204"/>
            <a:ext cx="2808000" cy="295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lnSpc>
                <a:spcPct val="115000"/>
              </a:lnSpc>
              <a:spcBef>
                <a:spcPts val="0"/>
              </a:spcBef>
              <a:spcAft>
                <a:spcPts val="0"/>
              </a:spcAft>
              <a:buSzPts val="1200"/>
              <a:buChar char="●"/>
              <a:defRPr sz="12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45" name="Google Shape;45;p19">
            <a:extLst xmlns:a="http://schemas.openxmlformats.org/drawingml/2006/main">
              <a:ext uri="{FF2B5EF4-FFF2-40B4-BE49-F238E27FC236}">
                <a16:creationId xmlns:a16="http://schemas.microsoft.com/office/drawing/2014/main" id="{AA4FF16F-DE15-456C-AE1E-2FEBB328C42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46" name="Google Shape;46;p19">
            <a:extLst xmlns:a="http://schemas.openxmlformats.org/drawingml/2006/main">
              <a:ext uri="{FF2B5EF4-FFF2-40B4-BE49-F238E27FC236}">
                <a16:creationId xmlns:a16="http://schemas.microsoft.com/office/drawing/2014/main" id="{03CB9BCE-4BB4-4392-B20E-1C559CA2F621}"/>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8.xml><?xml version="1.0" encoding="utf-8"?>
<p:sldLayout xmlns:p="http://schemas.openxmlformats.org/presentationml/2006/main" matchingName="Main point">
  <p:cSld name="MAIN_POINT">
    <p:bg>
      <p:bgPr>
        <a:solidFill xmlns:a="http://schemas.openxmlformats.org/drawingml/2006/main">
          <a:schemeClr val="lt2"/>
        </a:solidFill>
      </p:bgPr>
    </p:bg>
    <p:spTree>
      <p:nvGrpSpPr>
        <p:cNvPr id="1" name=""/>
        <p:cNvGrpSpPr/>
        <p:nvPr/>
      </p:nvGrpSpPr>
      <p:grpSpPr>
        <a:xfrm xmlns:a="http://schemas.openxmlformats.org/drawingml/2006/main"/>
      </p:grpSpPr>
      <p:sp>
        <p:nvSpPr>
          <p:cNvPr id="48" name="Google Shape;48;p20">
            <a:extLst xmlns:a="http://schemas.openxmlformats.org/drawingml/2006/main">
              <a:ext uri="{FF2B5EF4-FFF2-40B4-BE49-F238E27FC236}">
                <a16:creationId xmlns:a16="http://schemas.microsoft.com/office/drawing/2014/main" id="{A221471A-679B-4A2D-880E-517B94C91AD1}"/>
              </a:ext>
            </a:extLst>
          </p:cNvPr>
          <p:cNvSpPr>
            <a:spLocks xmlns:a="http://schemas.openxmlformats.org/drawingml/2006/main" noGrp="1"/>
          </p:cNvSpPr>
          <p:nvPr>
            <p:ph type="title" idx="0"/>
          </p:nvPr>
        </p:nvSpPr>
        <p:spPr>
          <a:xfrm xmlns:a="http://schemas.openxmlformats.org/drawingml/2006/main">
            <a:off x="490250" y="528900"/>
            <a:ext cx="5678100" cy="408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lnSpc>
                <a:spcPct val="100000"/>
              </a:lnSpc>
              <a:spcBef>
                <a:spcPts val="0"/>
              </a:spcBef>
              <a:spcAft>
                <a:spcPts val="0"/>
              </a:spcAft>
              <a:buClr>
                <a:schemeClr val="lt1"/>
              </a:buClr>
              <a:buSzPts val="5400"/>
              <a:buNone/>
              <a:defRPr sz="5400">
                <a:solidFill>
                  <a:schemeClr val="lt1"/>
                </a:solidFill>
              </a:defRPr>
            </a:lvl1pPr>
            <a:lvl2pPr algn="l">
              <a:lnSpc>
                <a:spcPct val="100000"/>
              </a:lnSpc>
              <a:spcBef>
                <a:spcPts val="0"/>
              </a:spcBef>
              <a:spcAft>
                <a:spcPts val="0"/>
              </a:spcAft>
              <a:buClr>
                <a:schemeClr val="lt1"/>
              </a:buClr>
              <a:buSzPts val="5400"/>
              <a:buNone/>
              <a:defRPr sz="5400">
                <a:solidFill>
                  <a:schemeClr val="lt1"/>
                </a:solidFill>
              </a:defRPr>
            </a:lvl2pPr>
            <a:lvl3pPr algn="l">
              <a:lnSpc>
                <a:spcPct val="100000"/>
              </a:lnSpc>
              <a:spcBef>
                <a:spcPts val="0"/>
              </a:spcBef>
              <a:spcAft>
                <a:spcPts val="0"/>
              </a:spcAft>
              <a:buClr>
                <a:schemeClr val="lt1"/>
              </a:buClr>
              <a:buSzPts val="5400"/>
              <a:buNone/>
              <a:defRPr sz="5400">
                <a:solidFill>
                  <a:schemeClr val="lt1"/>
                </a:solidFill>
              </a:defRPr>
            </a:lvl3pPr>
            <a:lvl4pPr algn="l">
              <a:lnSpc>
                <a:spcPct val="100000"/>
              </a:lnSpc>
              <a:spcBef>
                <a:spcPts val="0"/>
              </a:spcBef>
              <a:spcAft>
                <a:spcPts val="0"/>
              </a:spcAft>
              <a:buClr>
                <a:schemeClr val="lt1"/>
              </a:buClr>
              <a:buSzPts val="5400"/>
              <a:buNone/>
              <a:defRPr sz="5400">
                <a:solidFill>
                  <a:schemeClr val="lt1"/>
                </a:solidFill>
              </a:defRPr>
            </a:lvl4pPr>
            <a:lvl5pPr algn="l">
              <a:lnSpc>
                <a:spcPct val="100000"/>
              </a:lnSpc>
              <a:spcBef>
                <a:spcPts val="0"/>
              </a:spcBef>
              <a:spcAft>
                <a:spcPts val="0"/>
              </a:spcAft>
              <a:buClr>
                <a:schemeClr val="lt1"/>
              </a:buClr>
              <a:buSzPts val="5400"/>
              <a:buNone/>
              <a:defRPr sz="5400">
                <a:solidFill>
                  <a:schemeClr val="lt1"/>
                </a:solidFill>
              </a:defRPr>
            </a:lvl5pPr>
            <a:lvl6pPr algn="l">
              <a:lnSpc>
                <a:spcPct val="100000"/>
              </a:lnSpc>
              <a:spcBef>
                <a:spcPts val="0"/>
              </a:spcBef>
              <a:spcAft>
                <a:spcPts val="0"/>
              </a:spcAft>
              <a:buClr>
                <a:schemeClr val="lt1"/>
              </a:buClr>
              <a:buSzPts val="5400"/>
              <a:buNone/>
              <a:defRPr sz="5400">
                <a:solidFill>
                  <a:schemeClr val="lt1"/>
                </a:solidFill>
              </a:defRPr>
            </a:lvl6pPr>
            <a:lvl7pPr algn="l">
              <a:lnSpc>
                <a:spcPct val="100000"/>
              </a:lnSpc>
              <a:spcBef>
                <a:spcPts val="0"/>
              </a:spcBef>
              <a:spcAft>
                <a:spcPts val="0"/>
              </a:spcAft>
              <a:buClr>
                <a:schemeClr val="lt1"/>
              </a:buClr>
              <a:buSzPts val="5400"/>
              <a:buNone/>
              <a:defRPr sz="5400">
                <a:solidFill>
                  <a:schemeClr val="lt1"/>
                </a:solidFill>
              </a:defRPr>
            </a:lvl7pPr>
            <a:lvl8pPr algn="l">
              <a:lnSpc>
                <a:spcPct val="100000"/>
              </a:lnSpc>
              <a:spcBef>
                <a:spcPts val="0"/>
              </a:spcBef>
              <a:spcAft>
                <a:spcPts val="0"/>
              </a:spcAft>
              <a:buClr>
                <a:schemeClr val="lt1"/>
              </a:buClr>
              <a:buSzPts val="5400"/>
              <a:buNone/>
              <a:defRPr sz="5400">
                <a:solidFill>
                  <a:schemeClr val="lt1"/>
                </a:solidFill>
              </a:defRPr>
            </a:lvl8pPr>
            <a:lvl9pPr algn="l">
              <a:lnSpc>
                <a:spcPct val="100000"/>
              </a:lnSpc>
              <a:spcBef>
                <a:spcPts val="0"/>
              </a:spcBef>
              <a:spcAft>
                <a:spcPts val="0"/>
              </a:spcAft>
              <a:buClr>
                <a:schemeClr val="lt1"/>
              </a:buClr>
              <a:buSzPts val="5400"/>
              <a:buNone/>
              <a:defRPr sz="5400">
                <a:solidFill>
                  <a:schemeClr val="lt1"/>
                </a:solidFill>
              </a:defRPr>
            </a:lvl9pPr>
          </a:lstStyle>
          <a:p xmlns:a="http://schemas.openxmlformats.org/drawingml/2006/main"/>
        </p:txBody>
      </p:sp>
      <p:sp>
        <p:nvSpPr>
          <p:cNvPr id="49" name="Google Shape;49;p20">
            <a:extLst xmlns:a="http://schemas.openxmlformats.org/drawingml/2006/main">
              <a:ext uri="{FF2B5EF4-FFF2-40B4-BE49-F238E27FC236}">
                <a16:creationId xmlns:a16="http://schemas.microsoft.com/office/drawing/2014/main" id="{375254C9-F1FE-4E15-9C9C-B30CB52FD28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50" name="Google Shape;50;p20">
            <a:extLst xmlns:a="http://schemas.openxmlformats.org/drawingml/2006/main">
              <a:ext uri="{FF2B5EF4-FFF2-40B4-BE49-F238E27FC236}">
                <a16:creationId xmlns:a16="http://schemas.microsoft.com/office/drawing/2014/main" id="{1D327C80-7D43-4511-AFE6-25487F490112}"/>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lt1"/>
                </a:solidFill>
                <a:latin typeface="Source Code Pro"/>
                <a:ea typeface="Source Code Pro"/>
                <a:cs typeface="Source Code Pro"/>
              </a:rPr>
              <a:t>Complete Prompt Engineering for Generative AI (2026)</a:t>
            </a:r>
            <a:endParaRPr sz="900" b="0" i="0" u="none" cap="none">
              <a:solidFill>
                <a:schemeClr val="lt1"/>
              </a:solidFill>
              <a:latin typeface="Source Code Pro"/>
              <a:ea typeface="Source Code Pro"/>
              <a:cs typeface="Source Code Pro"/>
            </a:endParaRPr>
          </a:p>
        </p:txBody>
      </p:sp>
    </p:spTree>
  </p:cSld>
</p:sldLayout>
</file>

<file path=ppt/slideLayouts/slideLayout9.xml><?xml version="1.0" encoding="utf-8"?>
<p:sldLayout xmlns:p="http://schemas.openxmlformats.org/presentationml/2006/main" matchingName="Section title and description">
  <p:cSld name="SECTION_TITLE_AND_DESCRIPTION">
    <p:bg>
      <p:bgPr>
        <a:solidFill xmlns:a="http://schemas.openxmlformats.org/drawingml/2006/main">
          <a:schemeClr val="dk1"/>
        </a:solidFill>
      </p:bgPr>
    </p:bg>
    <p:spTree>
      <p:nvGrpSpPr>
        <p:cNvPr id="1" name=""/>
        <p:cNvGrpSpPr/>
        <p:nvPr/>
      </p:nvGrpSpPr>
      <p:grpSpPr>
        <a:xfrm xmlns:a="http://schemas.openxmlformats.org/drawingml/2006/main"/>
      </p:grpSpPr>
      <p:sp>
        <p:nvSpPr>
          <p:cNvPr id="52" name="Google Shape;52;p21">
            <a:extLst xmlns:a="http://schemas.openxmlformats.org/drawingml/2006/main">
              <a:ext uri="{FF2B5EF4-FFF2-40B4-BE49-F238E27FC236}">
                <a16:creationId xmlns:a16="http://schemas.microsoft.com/office/drawing/2014/main" id="{28DCCDBC-97A9-491B-90D6-53651DAE99F0}"/>
              </a:ext>
            </a:extLst>
          </p:cNvPr>
          <p:cNvSpPr>
            <a:spLocks xmlns:a="http://schemas.openxmlformats.org/drawingml/2006/main" noGrp="1"/>
          </p:cNvSpPr>
          <p:nvPr/>
        </p:nvSpPr>
        <p:spPr>
          <a:xfrm xmlns:a="http://schemas.openxmlformats.org/drawingml/2006/main">
            <a:off x="4572000" y="175"/>
            <a:ext cx="4572000" cy="51435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cxnSp>
        <p:nvCxnSpPr>
          <p:cNvPr id="60" name="Google Shape;53;p21"/>
          <p:cNvCxnSpPr/>
          <p:nvPr/>
        </p:nvCxnSpPr>
        <p:spPr>
          <a:xfrm xmlns:a="http://schemas.openxmlformats.org/drawingml/2006/main">
            <a:off x="5029675" y="4495500"/>
            <a:ext cx="577200" cy="0"/>
          </a:xfrm>
          <a:prstGeom xmlns:a="http://schemas.openxmlformats.org/drawingml/2006/main" prst="straightConnector1">
            <a:avLst/>
          </a:prstGeom>
          <a:ln xmlns:a="http://schemas.openxmlformats.org/drawingml/2006/main" w="19050" cap="flat">
            <a:solidFill>
              <a:schemeClr val="dk1"/>
            </a:solidFill>
            <a:prstDash val="lgDash"/>
            <a:round/>
            <a:headEnd type="none" w="sm" len="sm"/>
            <a:tailEnd type="none" w="sm" len="sm"/>
          </a:ln>
        </p:spPr>
      </p:cxnSp>
      <p:sp>
        <p:nvSpPr>
          <p:cNvPr id="54" name="Google Shape;54;p21">
            <a:extLst xmlns:a="http://schemas.openxmlformats.org/drawingml/2006/main">
              <a:ext uri="{FF2B5EF4-FFF2-40B4-BE49-F238E27FC236}">
                <a16:creationId xmlns:a16="http://schemas.microsoft.com/office/drawing/2014/main" id="{F8466DBB-3295-4173-A9A8-6175AE6E050D}"/>
              </a:ext>
            </a:extLst>
          </p:cNvPr>
          <p:cNvSpPr>
            <a:spLocks xmlns:a="http://schemas.openxmlformats.org/drawingml/2006/main" noGrp="1"/>
          </p:cNvSpPr>
          <p:nvPr>
            <p:ph type="title" idx="0"/>
          </p:nvPr>
        </p:nvSpPr>
        <p:spPr>
          <a:xfrm xmlns:a="http://schemas.openxmlformats.org/drawingml/2006/main">
            <a:off x="265500" y="1078750"/>
            <a:ext cx="4045200" cy="178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Clr>
                <a:schemeClr val="lt1"/>
              </a:buClr>
              <a:buSzPts val="4600"/>
              <a:buNone/>
              <a:defRPr sz="4600">
                <a:solidFill>
                  <a:schemeClr val="lt1"/>
                </a:solidFill>
              </a:defRPr>
            </a:lvl1pPr>
            <a:lvl2pPr algn="ctr">
              <a:lnSpc>
                <a:spcPct val="100000"/>
              </a:lnSpc>
              <a:spcBef>
                <a:spcPts val="0"/>
              </a:spcBef>
              <a:spcAft>
                <a:spcPts val="0"/>
              </a:spcAft>
              <a:buClr>
                <a:schemeClr val="lt1"/>
              </a:buClr>
              <a:buSzPts val="4600"/>
              <a:buNone/>
              <a:defRPr sz="4600">
                <a:solidFill>
                  <a:schemeClr val="lt1"/>
                </a:solidFill>
              </a:defRPr>
            </a:lvl2pPr>
            <a:lvl3pPr algn="ctr">
              <a:lnSpc>
                <a:spcPct val="100000"/>
              </a:lnSpc>
              <a:spcBef>
                <a:spcPts val="0"/>
              </a:spcBef>
              <a:spcAft>
                <a:spcPts val="0"/>
              </a:spcAft>
              <a:buClr>
                <a:schemeClr val="lt1"/>
              </a:buClr>
              <a:buSzPts val="4600"/>
              <a:buNone/>
              <a:defRPr sz="4600">
                <a:solidFill>
                  <a:schemeClr val="lt1"/>
                </a:solidFill>
              </a:defRPr>
            </a:lvl3pPr>
            <a:lvl4pPr algn="ctr">
              <a:lnSpc>
                <a:spcPct val="100000"/>
              </a:lnSpc>
              <a:spcBef>
                <a:spcPts val="0"/>
              </a:spcBef>
              <a:spcAft>
                <a:spcPts val="0"/>
              </a:spcAft>
              <a:buClr>
                <a:schemeClr val="lt1"/>
              </a:buClr>
              <a:buSzPts val="4600"/>
              <a:buNone/>
              <a:defRPr sz="4600">
                <a:solidFill>
                  <a:schemeClr val="lt1"/>
                </a:solidFill>
              </a:defRPr>
            </a:lvl4pPr>
            <a:lvl5pPr algn="ctr">
              <a:lnSpc>
                <a:spcPct val="100000"/>
              </a:lnSpc>
              <a:spcBef>
                <a:spcPts val="0"/>
              </a:spcBef>
              <a:spcAft>
                <a:spcPts val="0"/>
              </a:spcAft>
              <a:buClr>
                <a:schemeClr val="lt1"/>
              </a:buClr>
              <a:buSzPts val="4600"/>
              <a:buNone/>
              <a:defRPr sz="4600">
                <a:solidFill>
                  <a:schemeClr val="lt1"/>
                </a:solidFill>
              </a:defRPr>
            </a:lvl5pPr>
            <a:lvl6pPr algn="ctr">
              <a:lnSpc>
                <a:spcPct val="100000"/>
              </a:lnSpc>
              <a:spcBef>
                <a:spcPts val="0"/>
              </a:spcBef>
              <a:spcAft>
                <a:spcPts val="0"/>
              </a:spcAft>
              <a:buClr>
                <a:schemeClr val="lt1"/>
              </a:buClr>
              <a:buSzPts val="4600"/>
              <a:buNone/>
              <a:defRPr sz="4600">
                <a:solidFill>
                  <a:schemeClr val="lt1"/>
                </a:solidFill>
              </a:defRPr>
            </a:lvl6pPr>
            <a:lvl7pPr algn="ctr">
              <a:lnSpc>
                <a:spcPct val="100000"/>
              </a:lnSpc>
              <a:spcBef>
                <a:spcPts val="0"/>
              </a:spcBef>
              <a:spcAft>
                <a:spcPts val="0"/>
              </a:spcAft>
              <a:buClr>
                <a:schemeClr val="lt1"/>
              </a:buClr>
              <a:buSzPts val="4600"/>
              <a:buNone/>
              <a:defRPr sz="4600">
                <a:solidFill>
                  <a:schemeClr val="lt1"/>
                </a:solidFill>
              </a:defRPr>
            </a:lvl7pPr>
            <a:lvl8pPr algn="ctr">
              <a:lnSpc>
                <a:spcPct val="100000"/>
              </a:lnSpc>
              <a:spcBef>
                <a:spcPts val="0"/>
              </a:spcBef>
              <a:spcAft>
                <a:spcPts val="0"/>
              </a:spcAft>
              <a:buClr>
                <a:schemeClr val="lt1"/>
              </a:buClr>
              <a:buSzPts val="4600"/>
              <a:buNone/>
              <a:defRPr sz="4600">
                <a:solidFill>
                  <a:schemeClr val="lt1"/>
                </a:solidFill>
              </a:defRPr>
            </a:lvl8pPr>
            <a:lvl9pPr algn="ctr">
              <a:lnSpc>
                <a:spcPct val="100000"/>
              </a:lnSpc>
              <a:spcBef>
                <a:spcPts val="0"/>
              </a:spcBef>
              <a:spcAft>
                <a:spcPts val="0"/>
              </a:spcAft>
              <a:buClr>
                <a:schemeClr val="lt1"/>
              </a:buClr>
              <a:buSzPts val="4600"/>
              <a:buNone/>
              <a:defRPr sz="4600">
                <a:solidFill>
                  <a:schemeClr val="lt1"/>
                </a:solidFill>
              </a:defRPr>
            </a:lvl9pPr>
          </a:lstStyle>
          <a:p xmlns:a="http://schemas.openxmlformats.org/drawingml/2006/main"/>
        </p:txBody>
      </p:sp>
      <p:sp>
        <p:nvSpPr>
          <p:cNvPr id="55" name="Google Shape;55;p21">
            <a:extLst xmlns:a="http://schemas.openxmlformats.org/drawingml/2006/main">
              <a:ext uri="{FF2B5EF4-FFF2-40B4-BE49-F238E27FC236}">
                <a16:creationId xmlns:a16="http://schemas.microsoft.com/office/drawing/2014/main" id="{BD4EF7F9-3B61-4250-BC71-EED979E267B4}"/>
              </a:ext>
            </a:extLst>
          </p:cNvPr>
          <p:cNvSpPr>
            <a:spLocks xmlns:a="http://schemas.openxmlformats.org/drawingml/2006/main" noGrp="1"/>
          </p:cNvSpPr>
          <p:nvPr>
            <p:ph type="subTitle" idx="1"/>
          </p:nvPr>
        </p:nvSpPr>
        <p:spPr>
          <a:xfrm xmlns:a="http://schemas.openxmlformats.org/drawingml/2006/main">
            <a:off x="265500" y="2921401"/>
            <a:ext cx="4045200" cy="134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Clr>
                <a:schemeClr val="lt1"/>
              </a:buClr>
              <a:buSzPts val="1900"/>
              <a:buNone/>
              <a:defRPr sz="1900">
                <a:solidFill>
                  <a:schemeClr val="lt1"/>
                </a:solidFill>
              </a:defRPr>
            </a:lvl1pPr>
            <a:lvl2pPr algn="ctr">
              <a:lnSpc>
                <a:spcPct val="100000"/>
              </a:lnSpc>
              <a:spcBef>
                <a:spcPts val="0"/>
              </a:spcBef>
              <a:spcAft>
                <a:spcPts val="0"/>
              </a:spcAft>
              <a:buClr>
                <a:schemeClr val="lt1"/>
              </a:buClr>
              <a:buSzPts val="1900"/>
              <a:buNone/>
              <a:defRPr sz="1900">
                <a:solidFill>
                  <a:schemeClr val="lt1"/>
                </a:solidFill>
              </a:defRPr>
            </a:lvl2pPr>
            <a:lvl3pPr algn="ctr">
              <a:lnSpc>
                <a:spcPct val="100000"/>
              </a:lnSpc>
              <a:spcBef>
                <a:spcPts val="0"/>
              </a:spcBef>
              <a:spcAft>
                <a:spcPts val="0"/>
              </a:spcAft>
              <a:buClr>
                <a:schemeClr val="lt1"/>
              </a:buClr>
              <a:buSzPts val="1900"/>
              <a:buNone/>
              <a:defRPr sz="1900">
                <a:solidFill>
                  <a:schemeClr val="lt1"/>
                </a:solidFill>
              </a:defRPr>
            </a:lvl3pPr>
            <a:lvl4pPr algn="ctr">
              <a:lnSpc>
                <a:spcPct val="100000"/>
              </a:lnSpc>
              <a:spcBef>
                <a:spcPts val="0"/>
              </a:spcBef>
              <a:spcAft>
                <a:spcPts val="0"/>
              </a:spcAft>
              <a:buClr>
                <a:schemeClr val="lt1"/>
              </a:buClr>
              <a:buSzPts val="1900"/>
              <a:buNone/>
              <a:defRPr sz="1900">
                <a:solidFill>
                  <a:schemeClr val="lt1"/>
                </a:solidFill>
              </a:defRPr>
            </a:lvl4pPr>
            <a:lvl5pPr algn="ctr">
              <a:lnSpc>
                <a:spcPct val="100000"/>
              </a:lnSpc>
              <a:spcBef>
                <a:spcPts val="0"/>
              </a:spcBef>
              <a:spcAft>
                <a:spcPts val="0"/>
              </a:spcAft>
              <a:buClr>
                <a:schemeClr val="lt1"/>
              </a:buClr>
              <a:buSzPts val="1900"/>
              <a:buNone/>
              <a:defRPr sz="1900">
                <a:solidFill>
                  <a:schemeClr val="lt1"/>
                </a:solidFill>
              </a:defRPr>
            </a:lvl5pPr>
            <a:lvl6pPr algn="ctr">
              <a:lnSpc>
                <a:spcPct val="100000"/>
              </a:lnSpc>
              <a:spcBef>
                <a:spcPts val="0"/>
              </a:spcBef>
              <a:spcAft>
                <a:spcPts val="0"/>
              </a:spcAft>
              <a:buClr>
                <a:schemeClr val="lt1"/>
              </a:buClr>
              <a:buSzPts val="1900"/>
              <a:buNone/>
              <a:defRPr sz="1900">
                <a:solidFill>
                  <a:schemeClr val="lt1"/>
                </a:solidFill>
              </a:defRPr>
            </a:lvl6pPr>
            <a:lvl7pPr algn="ctr">
              <a:lnSpc>
                <a:spcPct val="100000"/>
              </a:lnSpc>
              <a:spcBef>
                <a:spcPts val="0"/>
              </a:spcBef>
              <a:spcAft>
                <a:spcPts val="0"/>
              </a:spcAft>
              <a:buClr>
                <a:schemeClr val="lt1"/>
              </a:buClr>
              <a:buSzPts val="1900"/>
              <a:buNone/>
              <a:defRPr sz="1900">
                <a:solidFill>
                  <a:schemeClr val="lt1"/>
                </a:solidFill>
              </a:defRPr>
            </a:lvl7pPr>
            <a:lvl8pPr algn="ctr">
              <a:lnSpc>
                <a:spcPct val="100000"/>
              </a:lnSpc>
              <a:spcBef>
                <a:spcPts val="0"/>
              </a:spcBef>
              <a:spcAft>
                <a:spcPts val="0"/>
              </a:spcAft>
              <a:buClr>
                <a:schemeClr val="lt1"/>
              </a:buClr>
              <a:buSzPts val="1900"/>
              <a:buNone/>
              <a:defRPr sz="1900">
                <a:solidFill>
                  <a:schemeClr val="lt1"/>
                </a:solidFill>
              </a:defRPr>
            </a:lvl8pPr>
            <a:lvl9pPr algn="ctr">
              <a:lnSpc>
                <a:spcPct val="100000"/>
              </a:lnSpc>
              <a:spcBef>
                <a:spcPts val="0"/>
              </a:spcBef>
              <a:spcAft>
                <a:spcPts val="0"/>
              </a:spcAft>
              <a:buClr>
                <a:schemeClr val="lt1"/>
              </a:buClr>
              <a:buSzPts val="1900"/>
              <a:buNone/>
              <a:defRPr sz="1900">
                <a:solidFill>
                  <a:schemeClr val="lt1"/>
                </a:solidFill>
              </a:defRPr>
            </a:lvl9pPr>
          </a:lstStyle>
          <a:p xmlns:a="http://schemas.openxmlformats.org/drawingml/2006/main"/>
        </p:txBody>
      </p:sp>
      <p:sp>
        <p:nvSpPr>
          <p:cNvPr id="56" name="Google Shape;56;p21">
            <a:extLst xmlns:a="http://schemas.openxmlformats.org/drawingml/2006/main">
              <a:ext uri="{FF2B5EF4-FFF2-40B4-BE49-F238E27FC236}">
                <a16:creationId xmlns:a16="http://schemas.microsoft.com/office/drawing/2014/main" id="{03637849-F614-44A2-AE73-807820B0B2F1}"/>
              </a:ext>
            </a:extLst>
          </p:cNvPr>
          <p:cNvSpPr>
            <a:spLocks xmlns:a="http://schemas.openxmlformats.org/drawingml/2006/main" noGrp="1"/>
          </p:cNvSpPr>
          <p:nvPr>
            <p:ph type="body" idx="2"/>
          </p:nvPr>
        </p:nvSpPr>
        <p:spPr>
          <a:xfrm xmlns:a="http://schemas.openxmlformats.org/drawingml/2006/main">
            <a:off x="4939500" y="724200"/>
            <a:ext cx="3837000" cy="369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57" name="Google Shape;57;p21">
            <a:extLst xmlns:a="http://schemas.openxmlformats.org/drawingml/2006/main">
              <a:ext uri="{FF2B5EF4-FFF2-40B4-BE49-F238E27FC236}">
                <a16:creationId xmlns:a16="http://schemas.microsoft.com/office/drawing/2014/main" id="{F62892A7-B859-4238-BD87-A0889FC9460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58" name="Google Shape;58;p21">
            <a:extLst xmlns:a="http://schemas.openxmlformats.org/drawingml/2006/main">
              <a:ext uri="{FF2B5EF4-FFF2-40B4-BE49-F238E27FC236}">
                <a16:creationId xmlns:a16="http://schemas.microsoft.com/office/drawing/2014/main" id="{6FEFE5EF-3FA4-4DFE-A3C3-19A41603D336}"/>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0.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60" name="Google Shape;60;p22">
            <a:extLst xmlns:a="http://schemas.openxmlformats.org/drawingml/2006/main">
              <a:ext uri="{FF2B5EF4-FFF2-40B4-BE49-F238E27FC236}">
                <a16:creationId xmlns:a16="http://schemas.microsoft.com/office/drawing/2014/main" id="{7D90B0C6-0C96-440D-89B6-B51CC3EDA702}"/>
              </a:ext>
            </a:extLst>
          </p:cNvPr>
          <p:cNvSpPr>
            <a:spLocks xmlns:a="http://schemas.openxmlformats.org/drawingml/2006/main" noGrp="1"/>
          </p:cNvSpPr>
          <p:nvPr>
            <p:ph type="body" idx="1"/>
          </p:nvPr>
        </p:nvSpPr>
        <p:spPr>
          <a:xfrm xmlns:a="http://schemas.openxmlformats.org/drawingml/2006/main">
            <a:off x="311700" y="4064725"/>
            <a:ext cx="5998800" cy="6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2100"/>
              <a:buFont typeface="Oswald"/>
              <a:buNone/>
              <a:defRPr sz="2100">
                <a:latin typeface="Oswald"/>
                <a:ea typeface="Oswald"/>
                <a:cs typeface="Oswald"/>
              </a:defRPr>
            </a:lvl1pPr>
          </a:lstStyle>
          <a:p xmlns:a="http://schemas.openxmlformats.org/drawingml/2006/main"/>
        </p:txBody>
      </p:sp>
      <p:sp>
        <p:nvSpPr>
          <p:cNvPr id="61" name="Google Shape;61;p22">
            <a:extLst xmlns:a="http://schemas.openxmlformats.org/drawingml/2006/main">
              <a:ext uri="{FF2B5EF4-FFF2-40B4-BE49-F238E27FC236}">
                <a16:creationId xmlns:a16="http://schemas.microsoft.com/office/drawing/2014/main" id="{F4F6F8FB-9074-46E8-BF0A-29374148496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62" name="Google Shape;62;p22">
            <a:extLst xmlns:a="http://schemas.openxmlformats.org/drawingml/2006/main">
              <a:ext uri="{FF2B5EF4-FFF2-40B4-BE49-F238E27FC236}">
                <a16:creationId xmlns:a16="http://schemas.microsoft.com/office/drawing/2014/main" id="{414B93AB-8C33-4456-8297-F5C61A6354A1}"/>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1.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cxnSp>
        <p:nvCxnSpPr>
          <p:cNvPr id="69" name="Google Shape;64;p23"/>
          <p:cNvCxnSpPr/>
          <p:nvPr/>
        </p:nvCxnSpPr>
        <p:spPr>
          <a:xfrm xmlns:a="http://schemas.openxmlformats.org/drawingml/2006/main">
            <a:off x="413275" y="2988275"/>
            <a:ext cx="910500" cy="0"/>
          </a:xfrm>
          <a:prstGeom xmlns:a="http://schemas.openxmlformats.org/drawingml/2006/main" prst="straightConnector1">
            <a:avLst/>
          </a:prstGeom>
          <a:ln xmlns:a="http://schemas.openxmlformats.org/drawingml/2006/main" w="28575" cap="flat">
            <a:solidFill>
              <a:schemeClr val="dk1"/>
            </a:solidFill>
            <a:prstDash val="lgDash"/>
            <a:round/>
            <a:headEnd type="none" w="sm" len="sm"/>
            <a:tailEnd type="none" w="sm" len="sm"/>
          </a:ln>
        </p:spPr>
      </p:cxnSp>
      <p:sp>
        <p:nvSpPr>
          <p:cNvPr id="65" name="Google Shape;65;p23">
            <a:extLst xmlns:a="http://schemas.openxmlformats.org/drawingml/2006/main">
              <a:ext uri="{FF2B5EF4-FFF2-40B4-BE49-F238E27FC236}">
                <a16:creationId xmlns:a16="http://schemas.microsoft.com/office/drawing/2014/main" id="{B1322E22-5A6A-4978-90BB-4DCFFD7992B5}"/>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12000"/>
              <a:buNone/>
              <a:defRPr sz="12000"/>
            </a:lvl1pPr>
            <a:lvl2pPr algn="l">
              <a:lnSpc>
                <a:spcPct val="100000"/>
              </a:lnSpc>
              <a:spcBef>
                <a:spcPts val="0"/>
              </a:spcBef>
              <a:spcAft>
                <a:spcPts val="0"/>
              </a:spcAft>
              <a:buSzPts val="12000"/>
              <a:buNone/>
              <a:defRPr sz="12000"/>
            </a:lvl2pPr>
            <a:lvl3pPr algn="l">
              <a:lnSpc>
                <a:spcPct val="100000"/>
              </a:lnSpc>
              <a:spcBef>
                <a:spcPts val="0"/>
              </a:spcBef>
              <a:spcAft>
                <a:spcPts val="0"/>
              </a:spcAft>
              <a:buSzPts val="12000"/>
              <a:buNone/>
              <a:defRPr sz="12000"/>
            </a:lvl3pPr>
            <a:lvl4pPr algn="l">
              <a:lnSpc>
                <a:spcPct val="100000"/>
              </a:lnSpc>
              <a:spcBef>
                <a:spcPts val="0"/>
              </a:spcBef>
              <a:spcAft>
                <a:spcPts val="0"/>
              </a:spcAft>
              <a:buSzPts val="12000"/>
              <a:buNone/>
              <a:defRPr sz="12000"/>
            </a:lvl4pPr>
            <a:lvl5pPr algn="l">
              <a:lnSpc>
                <a:spcPct val="100000"/>
              </a:lnSpc>
              <a:spcBef>
                <a:spcPts val="0"/>
              </a:spcBef>
              <a:spcAft>
                <a:spcPts val="0"/>
              </a:spcAft>
              <a:buSzPts val="12000"/>
              <a:buNone/>
              <a:defRPr sz="12000"/>
            </a:lvl5pPr>
            <a:lvl6pPr algn="l">
              <a:lnSpc>
                <a:spcPct val="100000"/>
              </a:lnSpc>
              <a:spcBef>
                <a:spcPts val="0"/>
              </a:spcBef>
              <a:spcAft>
                <a:spcPts val="0"/>
              </a:spcAft>
              <a:buSzPts val="12000"/>
              <a:buNone/>
              <a:defRPr sz="12000"/>
            </a:lvl6pPr>
            <a:lvl7pPr algn="l">
              <a:lnSpc>
                <a:spcPct val="100000"/>
              </a:lnSpc>
              <a:spcBef>
                <a:spcPts val="0"/>
              </a:spcBef>
              <a:spcAft>
                <a:spcPts val="0"/>
              </a:spcAft>
              <a:buSzPts val="12000"/>
              <a:buNone/>
              <a:defRPr sz="12000"/>
            </a:lvl7pPr>
            <a:lvl8pPr algn="l">
              <a:lnSpc>
                <a:spcPct val="100000"/>
              </a:lnSpc>
              <a:spcBef>
                <a:spcPts val="0"/>
              </a:spcBef>
              <a:spcAft>
                <a:spcPts val="0"/>
              </a:spcAft>
              <a:buSzPts val="12000"/>
              <a:buNone/>
              <a:defRPr sz="12000"/>
            </a:lvl8pPr>
            <a:lvl9pPr algn="l">
              <a:lnSpc>
                <a:spcPct val="100000"/>
              </a:lnSpc>
              <a:spcBef>
                <a:spcPts val="0"/>
              </a:spcBef>
              <a:spcAft>
                <a:spcPts val="0"/>
              </a:spcAft>
              <a:buSzPts val="12000"/>
              <a:buNone/>
              <a:defRPr sz="12000"/>
            </a:lvl9pPr>
          </a:lstStyle>
          <a:p xmlns:a="http://schemas.openxmlformats.org/drawingml/2006/main">
            <a:r>
              <a:t>xx%</a:t>
            </a:r>
          </a:p>
        </p:txBody>
      </p:sp>
      <p:sp>
        <p:nvSpPr>
          <p:cNvPr id="66" name="Google Shape;66;p23">
            <a:extLst xmlns:a="http://schemas.openxmlformats.org/drawingml/2006/main">
              <a:ext uri="{FF2B5EF4-FFF2-40B4-BE49-F238E27FC236}">
                <a16:creationId xmlns:a16="http://schemas.microsoft.com/office/drawing/2014/main" id="{A6BD50EA-3051-48EF-B7BB-D2511C3AD5D4}"/>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67" name="Google Shape;67;p23">
            <a:extLst xmlns:a="http://schemas.openxmlformats.org/drawingml/2006/main">
              <a:ext uri="{FF2B5EF4-FFF2-40B4-BE49-F238E27FC236}">
                <a16:creationId xmlns:a16="http://schemas.microsoft.com/office/drawing/2014/main" id="{9F6023D9-3241-47A3-B533-4E03D327BBFB}"/>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68" name="Google Shape;68;p23">
            <a:extLst xmlns:a="http://schemas.openxmlformats.org/drawingml/2006/main">
              <a:ext uri="{FF2B5EF4-FFF2-40B4-BE49-F238E27FC236}">
                <a16:creationId xmlns:a16="http://schemas.microsoft.com/office/drawing/2014/main" id="{B3B684C5-CE7B-4C43-AB13-398193EF1841}"/>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2.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74" name="Google Shape;74;p25">
            <a:extLst xmlns:a="http://schemas.openxmlformats.org/drawingml/2006/main">
              <a:ext uri="{FF2B5EF4-FFF2-40B4-BE49-F238E27FC236}">
                <a16:creationId xmlns:a16="http://schemas.microsoft.com/office/drawing/2014/main" id="{4839C666-0B22-49DD-B438-D5C108580EDA}"/>
              </a:ext>
            </a:extLst>
          </p:cNvPr>
          <p:cNvSpPr>
            <a:spLocks xmlns:a="http://schemas.openxmlformats.org/drawingml/2006/main" noGrp="1"/>
          </p:cNvSpPr>
          <p:nvPr/>
        </p:nvSpPr>
        <p:spPr>
          <a:xfrm xmlns:a="http://schemas.openxmlformats.org/drawingml/2006/main" rot="10800000">
            <a:off x="4226100" y="2933550"/>
            <a:ext cx="691800" cy="388500"/>
          </a:xfrm>
          <a:prstGeom xmlns:a="http://schemas.openxmlformats.org/drawingml/2006/main" prst="triangle">
            <a:avLst>
              <a:gd name="adj" fmla="val 50000"/>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75" name="Google Shape;75;p25">
            <a:extLst xmlns:a="http://schemas.openxmlformats.org/drawingml/2006/main">
              <a:ext uri="{FF2B5EF4-FFF2-40B4-BE49-F238E27FC236}">
                <a16:creationId xmlns:a16="http://schemas.microsoft.com/office/drawing/2014/main" id="{690592D2-D701-4021-970E-B5059D91FE13}"/>
              </a:ext>
            </a:extLst>
          </p:cNvPr>
          <p:cNvSpPr>
            <a:spLocks xmlns:a="http://schemas.openxmlformats.org/drawingml/2006/main" noGrp="1"/>
          </p:cNvSpPr>
          <p:nvPr/>
        </p:nvSpPr>
        <p:spPr>
          <a:xfrm xmlns:a="http://schemas.openxmlformats.org/drawingml/2006/main">
            <a:off x="-25" y="0"/>
            <a:ext cx="9144000" cy="31242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76" name="Google Shape;76;p25">
            <a:extLst xmlns:a="http://schemas.openxmlformats.org/drawingml/2006/main">
              <a:ext uri="{FF2B5EF4-FFF2-40B4-BE49-F238E27FC236}">
                <a16:creationId xmlns:a16="http://schemas.microsoft.com/office/drawing/2014/main" id="{2DDF8248-7065-453A-B477-F1719C8F877E}"/>
              </a:ext>
            </a:extLst>
          </p:cNvPr>
          <p:cNvSpPr>
            <a:spLocks xmlns:a="http://schemas.openxmlformats.org/drawingml/2006/main" noGrp="1"/>
          </p:cNvSpPr>
          <p:nvPr>
            <p:ph type="ctrTitle" idx="0"/>
          </p:nvPr>
        </p:nvSpPr>
        <p:spPr>
          <a:xfrm xmlns:a="http://schemas.openxmlformats.org/drawingml/2006/main">
            <a:off x="411175" y="644300"/>
            <a:ext cx="8282400" cy="2109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Clr>
                <a:schemeClr val="lt1"/>
              </a:buClr>
              <a:buSzPts val="6000"/>
              <a:buNone/>
              <a:defRPr sz="6000">
                <a:solidFill>
                  <a:schemeClr val="lt1"/>
                </a:solidFill>
              </a:defRPr>
            </a:lvl1pPr>
            <a:lvl2pPr algn="ctr">
              <a:lnSpc>
                <a:spcPct val="100000"/>
              </a:lnSpc>
              <a:spcBef>
                <a:spcPts val="0"/>
              </a:spcBef>
              <a:spcAft>
                <a:spcPts val="0"/>
              </a:spcAft>
              <a:buClr>
                <a:schemeClr val="lt1"/>
              </a:buClr>
              <a:buSzPts val="6000"/>
              <a:buNone/>
              <a:defRPr sz="6000">
                <a:solidFill>
                  <a:schemeClr val="lt1"/>
                </a:solidFill>
              </a:defRPr>
            </a:lvl2pPr>
            <a:lvl3pPr algn="ctr">
              <a:lnSpc>
                <a:spcPct val="100000"/>
              </a:lnSpc>
              <a:spcBef>
                <a:spcPts val="0"/>
              </a:spcBef>
              <a:spcAft>
                <a:spcPts val="0"/>
              </a:spcAft>
              <a:buClr>
                <a:schemeClr val="lt1"/>
              </a:buClr>
              <a:buSzPts val="6000"/>
              <a:buNone/>
              <a:defRPr sz="6000">
                <a:solidFill>
                  <a:schemeClr val="lt1"/>
                </a:solidFill>
              </a:defRPr>
            </a:lvl3pPr>
            <a:lvl4pPr algn="ctr">
              <a:lnSpc>
                <a:spcPct val="100000"/>
              </a:lnSpc>
              <a:spcBef>
                <a:spcPts val="0"/>
              </a:spcBef>
              <a:spcAft>
                <a:spcPts val="0"/>
              </a:spcAft>
              <a:buClr>
                <a:schemeClr val="lt1"/>
              </a:buClr>
              <a:buSzPts val="6000"/>
              <a:buNone/>
              <a:defRPr sz="6000">
                <a:solidFill>
                  <a:schemeClr val="lt1"/>
                </a:solidFill>
              </a:defRPr>
            </a:lvl4pPr>
            <a:lvl5pPr algn="ctr">
              <a:lnSpc>
                <a:spcPct val="100000"/>
              </a:lnSpc>
              <a:spcBef>
                <a:spcPts val="0"/>
              </a:spcBef>
              <a:spcAft>
                <a:spcPts val="0"/>
              </a:spcAft>
              <a:buClr>
                <a:schemeClr val="lt1"/>
              </a:buClr>
              <a:buSzPts val="6000"/>
              <a:buNone/>
              <a:defRPr sz="6000">
                <a:solidFill>
                  <a:schemeClr val="lt1"/>
                </a:solidFill>
              </a:defRPr>
            </a:lvl5pPr>
            <a:lvl6pPr algn="ctr">
              <a:lnSpc>
                <a:spcPct val="100000"/>
              </a:lnSpc>
              <a:spcBef>
                <a:spcPts val="0"/>
              </a:spcBef>
              <a:spcAft>
                <a:spcPts val="0"/>
              </a:spcAft>
              <a:buClr>
                <a:schemeClr val="lt1"/>
              </a:buClr>
              <a:buSzPts val="6000"/>
              <a:buNone/>
              <a:defRPr sz="6000">
                <a:solidFill>
                  <a:schemeClr val="lt1"/>
                </a:solidFill>
              </a:defRPr>
            </a:lvl6pPr>
            <a:lvl7pPr algn="ctr">
              <a:lnSpc>
                <a:spcPct val="100000"/>
              </a:lnSpc>
              <a:spcBef>
                <a:spcPts val="0"/>
              </a:spcBef>
              <a:spcAft>
                <a:spcPts val="0"/>
              </a:spcAft>
              <a:buClr>
                <a:schemeClr val="lt1"/>
              </a:buClr>
              <a:buSzPts val="6000"/>
              <a:buNone/>
              <a:defRPr sz="6000">
                <a:solidFill>
                  <a:schemeClr val="lt1"/>
                </a:solidFill>
              </a:defRPr>
            </a:lvl7pPr>
            <a:lvl8pPr algn="ctr">
              <a:lnSpc>
                <a:spcPct val="100000"/>
              </a:lnSpc>
              <a:spcBef>
                <a:spcPts val="0"/>
              </a:spcBef>
              <a:spcAft>
                <a:spcPts val="0"/>
              </a:spcAft>
              <a:buClr>
                <a:schemeClr val="lt1"/>
              </a:buClr>
              <a:buSzPts val="6000"/>
              <a:buNone/>
              <a:defRPr sz="6000">
                <a:solidFill>
                  <a:schemeClr val="lt1"/>
                </a:solidFill>
              </a:defRPr>
            </a:lvl8pPr>
            <a:lvl9pPr algn="ctr">
              <a:lnSpc>
                <a:spcPct val="100000"/>
              </a:lnSpc>
              <a:spcBef>
                <a:spcPts val="0"/>
              </a:spcBef>
              <a:spcAft>
                <a:spcPts val="0"/>
              </a:spcAft>
              <a:buClr>
                <a:schemeClr val="lt1"/>
              </a:buClr>
              <a:buSzPts val="6000"/>
              <a:buNone/>
              <a:defRPr sz="6000">
                <a:solidFill>
                  <a:schemeClr val="lt1"/>
                </a:solidFill>
              </a:defRPr>
            </a:lvl9pPr>
          </a:lstStyle>
          <a:p xmlns:a="http://schemas.openxmlformats.org/drawingml/2006/main"/>
        </p:txBody>
      </p:sp>
      <p:sp>
        <p:nvSpPr>
          <p:cNvPr id="77" name="Google Shape;77;p25">
            <a:extLst xmlns:a="http://schemas.openxmlformats.org/drawingml/2006/main">
              <a:ext uri="{FF2B5EF4-FFF2-40B4-BE49-F238E27FC236}">
                <a16:creationId xmlns:a16="http://schemas.microsoft.com/office/drawing/2014/main" id="{DBDCDBC1-BC71-4B93-AD9F-D5F7FF0C4E78}"/>
              </a:ext>
            </a:extLst>
          </p:cNvPr>
          <p:cNvSpPr>
            <a:spLocks xmlns:a="http://schemas.openxmlformats.org/drawingml/2006/main" noGrp="1"/>
          </p:cNvSpPr>
          <p:nvPr>
            <p:ph type="subTitle" idx="1"/>
          </p:nvPr>
        </p:nvSpPr>
        <p:spPr>
          <a:xfrm xmlns:a="http://schemas.openxmlformats.org/drawingml/2006/main">
            <a:off x="411175" y="3398250"/>
            <a:ext cx="8282400" cy="1260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SzPts val="3600"/>
              <a:buFont typeface="Oswald"/>
              <a:buNone/>
              <a:defRPr sz="3600">
                <a:latin typeface="Oswald"/>
                <a:ea typeface="Oswald"/>
                <a:cs typeface="Oswald"/>
              </a:defRPr>
            </a:lvl1pPr>
            <a:lvl2pPr algn="ctr">
              <a:lnSpc>
                <a:spcPct val="100000"/>
              </a:lnSpc>
              <a:spcBef>
                <a:spcPts val="0"/>
              </a:spcBef>
              <a:spcAft>
                <a:spcPts val="0"/>
              </a:spcAft>
              <a:buSzPts val="3600"/>
              <a:buFont typeface="Oswald"/>
              <a:buNone/>
              <a:defRPr sz="3600">
                <a:latin typeface="Oswald"/>
                <a:ea typeface="Oswald"/>
                <a:cs typeface="Oswald"/>
              </a:defRPr>
            </a:lvl2pPr>
            <a:lvl3pPr algn="ctr">
              <a:lnSpc>
                <a:spcPct val="100000"/>
              </a:lnSpc>
              <a:spcBef>
                <a:spcPts val="0"/>
              </a:spcBef>
              <a:spcAft>
                <a:spcPts val="0"/>
              </a:spcAft>
              <a:buSzPts val="3600"/>
              <a:buFont typeface="Oswald"/>
              <a:buNone/>
              <a:defRPr sz="3600">
                <a:latin typeface="Oswald"/>
                <a:ea typeface="Oswald"/>
                <a:cs typeface="Oswald"/>
              </a:defRPr>
            </a:lvl3pPr>
            <a:lvl4pPr algn="ctr">
              <a:lnSpc>
                <a:spcPct val="100000"/>
              </a:lnSpc>
              <a:spcBef>
                <a:spcPts val="0"/>
              </a:spcBef>
              <a:spcAft>
                <a:spcPts val="0"/>
              </a:spcAft>
              <a:buSzPts val="3600"/>
              <a:buFont typeface="Oswald"/>
              <a:buNone/>
              <a:defRPr sz="3600">
                <a:latin typeface="Oswald"/>
                <a:ea typeface="Oswald"/>
                <a:cs typeface="Oswald"/>
              </a:defRPr>
            </a:lvl4pPr>
            <a:lvl5pPr algn="ctr">
              <a:lnSpc>
                <a:spcPct val="100000"/>
              </a:lnSpc>
              <a:spcBef>
                <a:spcPts val="0"/>
              </a:spcBef>
              <a:spcAft>
                <a:spcPts val="0"/>
              </a:spcAft>
              <a:buSzPts val="3600"/>
              <a:buFont typeface="Oswald"/>
              <a:buNone/>
              <a:defRPr sz="3600">
                <a:latin typeface="Oswald"/>
                <a:ea typeface="Oswald"/>
                <a:cs typeface="Oswald"/>
              </a:defRPr>
            </a:lvl5pPr>
            <a:lvl6pPr algn="ctr">
              <a:lnSpc>
                <a:spcPct val="100000"/>
              </a:lnSpc>
              <a:spcBef>
                <a:spcPts val="0"/>
              </a:spcBef>
              <a:spcAft>
                <a:spcPts val="0"/>
              </a:spcAft>
              <a:buSzPts val="3600"/>
              <a:buFont typeface="Oswald"/>
              <a:buNone/>
              <a:defRPr sz="3600">
                <a:latin typeface="Oswald"/>
                <a:ea typeface="Oswald"/>
                <a:cs typeface="Oswald"/>
              </a:defRPr>
            </a:lvl6pPr>
            <a:lvl7pPr algn="ctr">
              <a:lnSpc>
                <a:spcPct val="100000"/>
              </a:lnSpc>
              <a:spcBef>
                <a:spcPts val="0"/>
              </a:spcBef>
              <a:spcAft>
                <a:spcPts val="0"/>
              </a:spcAft>
              <a:buSzPts val="3600"/>
              <a:buFont typeface="Oswald"/>
              <a:buNone/>
              <a:defRPr sz="3600">
                <a:latin typeface="Oswald"/>
                <a:ea typeface="Oswald"/>
                <a:cs typeface="Oswald"/>
              </a:defRPr>
            </a:lvl7pPr>
            <a:lvl8pPr algn="ctr">
              <a:lnSpc>
                <a:spcPct val="100000"/>
              </a:lnSpc>
              <a:spcBef>
                <a:spcPts val="0"/>
              </a:spcBef>
              <a:spcAft>
                <a:spcPts val="0"/>
              </a:spcAft>
              <a:buSzPts val="3600"/>
              <a:buFont typeface="Oswald"/>
              <a:buNone/>
              <a:defRPr sz="3600">
                <a:latin typeface="Oswald"/>
                <a:ea typeface="Oswald"/>
                <a:cs typeface="Oswald"/>
              </a:defRPr>
            </a:lvl8pPr>
            <a:lvl9pPr algn="ctr">
              <a:lnSpc>
                <a:spcPct val="100000"/>
              </a:lnSpc>
              <a:spcBef>
                <a:spcPts val="0"/>
              </a:spcBef>
              <a:spcAft>
                <a:spcPts val="0"/>
              </a:spcAft>
              <a:buSzPts val="3600"/>
              <a:buFont typeface="Oswald"/>
              <a:buNone/>
              <a:defRPr sz="3600">
                <a:latin typeface="Oswald"/>
                <a:ea typeface="Oswald"/>
                <a:cs typeface="Oswald"/>
              </a:defRPr>
            </a:lvl9pPr>
          </a:lstStyle>
          <a:p xmlns:a="http://schemas.openxmlformats.org/drawingml/2006/main"/>
        </p:txBody>
      </p:sp>
      <p:sp>
        <p:nvSpPr>
          <p:cNvPr id="78" name="Google Shape;78;p25">
            <a:extLst xmlns:a="http://schemas.openxmlformats.org/drawingml/2006/main">
              <a:ext uri="{FF2B5EF4-FFF2-40B4-BE49-F238E27FC236}">
                <a16:creationId xmlns:a16="http://schemas.microsoft.com/office/drawing/2014/main" id="{E8700DB6-A75B-4C7F-8EC1-C5E0AE6245EC}"/>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79" name="Google Shape;79;p25">
            <a:extLst xmlns:a="http://schemas.openxmlformats.org/drawingml/2006/main">
              <a:ext uri="{FF2B5EF4-FFF2-40B4-BE49-F238E27FC236}">
                <a16:creationId xmlns:a16="http://schemas.microsoft.com/office/drawing/2014/main" id="{01D4AE3A-3449-4F19-B231-D82135E5A03D}"/>
              </a:ext>
            </a:extLst>
          </p:cNvPr>
          <p:cNvSpPr>
            <a:spLocks xmlns:a="http://schemas.openxmlformats.org/drawingml/2006/main" noGrp="1"/>
          </p:cNvSpPr>
          <p:nvPr/>
        </p:nvSpPr>
        <p:spPr>
          <a:xfrm xmlns:a="http://schemas.openxmlformats.org/drawingml/2006/main">
            <a:off x="411175" y="79900"/>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100"/>
              <a:buFont typeface="Arial"/>
              <a:buNone/>
            </a:pPr>
            <a:r>
              <a:rPr sz="1100" b="0" i="0" u="none" cap="none">
                <a:solidFill>
                  <a:schemeClr val="lt1"/>
                </a:solidFill>
                <a:latin typeface="Source Code Pro"/>
                <a:ea typeface="Source Code Pro"/>
                <a:cs typeface="Source Code Pro"/>
              </a:rPr>
              <a:t>Complete Prompt Engineering for Generative AI (2026)</a:t>
            </a:r>
            <a:endParaRPr sz="1100" b="0" i="0" u="none" cap="none">
              <a:solidFill>
                <a:schemeClr val="lt1"/>
              </a:solidFill>
              <a:latin typeface="Source Code Pro"/>
              <a:ea typeface="Source Code Pro"/>
              <a:cs typeface="Source Code Pro"/>
            </a:endParaRPr>
          </a:p>
        </p:txBody>
      </p:sp>
    </p:spTree>
  </p:cSld>
</p:sldLayout>
</file>

<file path=ppt/slideLayouts/slideLayout1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cxnSp>
        <p:nvCxnSpPr>
          <p:cNvPr id="86" name="Google Shape;81;p26"/>
          <p:cNvCxnSpPr/>
          <p:nvPr/>
        </p:nvCxnSpPr>
        <p:spPr>
          <a:xfrm xmlns:a="http://schemas.openxmlformats.org/drawingml/2006/main">
            <a:off x="429200" y="127557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82" name="Google Shape;82;p26">
            <a:extLst xmlns:a="http://schemas.openxmlformats.org/drawingml/2006/main">
              <a:ext uri="{FF2B5EF4-FFF2-40B4-BE49-F238E27FC236}">
                <a16:creationId xmlns:a16="http://schemas.microsoft.com/office/drawing/2014/main" id="{07852F3E-7D30-41AB-9268-46F28D5F5C09}"/>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83" name="Google Shape;83;p26">
            <a:extLst xmlns:a="http://schemas.openxmlformats.org/drawingml/2006/main">
              <a:ext uri="{FF2B5EF4-FFF2-40B4-BE49-F238E27FC236}">
                <a16:creationId xmlns:a16="http://schemas.microsoft.com/office/drawing/2014/main" id="{81102D6B-E380-4261-8980-52EE8CDB0ECA}"/>
              </a:ext>
            </a:extLst>
          </p:cNvPr>
          <p:cNvSpPr>
            <a:spLocks xmlns:a="http://schemas.openxmlformats.org/drawingml/2006/main" noGrp="1"/>
          </p:cNvSpPr>
          <p:nvPr>
            <p:ph type="body" idx="1"/>
          </p:nvPr>
        </p:nvSpPr>
        <p:spPr>
          <a:xfrm xmlns:a="http://schemas.openxmlformats.org/drawingml/2006/main">
            <a:off x="311700" y="1468825"/>
            <a:ext cx="85206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84" name="Google Shape;84;p26">
            <a:extLst xmlns:a="http://schemas.openxmlformats.org/drawingml/2006/main">
              <a:ext uri="{FF2B5EF4-FFF2-40B4-BE49-F238E27FC236}">
                <a16:creationId xmlns:a16="http://schemas.microsoft.com/office/drawing/2014/main" id="{F418E79A-D8A9-42E4-9012-3E2252405E8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85" name="Google Shape;85;p26">
            <a:extLst xmlns:a="http://schemas.openxmlformats.org/drawingml/2006/main">
              <a:ext uri="{FF2B5EF4-FFF2-40B4-BE49-F238E27FC236}">
                <a16:creationId xmlns:a16="http://schemas.microsoft.com/office/drawing/2014/main" id="{8422E6A8-A108-445B-A68D-216BB4F7460B}"/>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4.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87" name="Google Shape;87;p27">
            <a:extLst xmlns:a="http://schemas.openxmlformats.org/drawingml/2006/main">
              <a:ext uri="{FF2B5EF4-FFF2-40B4-BE49-F238E27FC236}">
                <a16:creationId xmlns:a16="http://schemas.microsoft.com/office/drawing/2014/main" id="{055BC5C4-A432-4350-B7BE-F27A4F402342}"/>
              </a:ext>
            </a:extLst>
          </p:cNvPr>
          <p:cNvSpPr>
            <a:spLocks xmlns:a="http://schemas.openxmlformats.org/drawingml/2006/main" noGrp="1"/>
          </p:cNvSpPr>
          <p:nvPr/>
        </p:nvSpPr>
        <p:spPr>
          <a:xfrm xmlns:a="http://schemas.openxmlformats.org/drawingml/2006/main">
            <a:off x="0" y="1567350"/>
            <a:ext cx="9144000" cy="20088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sp>
        <p:nvSpPr>
          <p:cNvPr id="88" name="Google Shape;88;p27">
            <a:extLst xmlns:a="http://schemas.openxmlformats.org/drawingml/2006/main">
              <a:ext uri="{FF2B5EF4-FFF2-40B4-BE49-F238E27FC236}">
                <a16:creationId xmlns:a16="http://schemas.microsoft.com/office/drawing/2014/main" id="{4F5F767D-238F-492F-A5BA-D5F528AC630F}"/>
              </a:ext>
            </a:extLst>
          </p:cNvPr>
          <p:cNvSpPr>
            <a:spLocks xmlns:a="http://schemas.openxmlformats.org/drawingml/2006/main" noGrp="1"/>
          </p:cNvSpPr>
          <p:nvPr>
            <p:ph type="title" idx="0"/>
          </p:nvPr>
        </p:nvSpPr>
        <p:spPr>
          <a:xfrm xmlns:a="http://schemas.openxmlformats.org/drawingml/2006/main">
            <a:off x="430800" y="1889700"/>
            <a:ext cx="8282400" cy="1516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ctr">
              <a:lnSpc>
                <a:spcPct val="100000"/>
              </a:lnSpc>
              <a:spcBef>
                <a:spcPts val="0"/>
              </a:spcBef>
              <a:spcAft>
                <a:spcPts val="0"/>
              </a:spcAft>
              <a:buClr>
                <a:schemeClr val="lt1"/>
              </a:buClr>
              <a:buSzPts val="3600"/>
              <a:buNone/>
              <a:defRPr sz="3600">
                <a:solidFill>
                  <a:schemeClr val="lt1"/>
                </a:solidFill>
              </a:defRPr>
            </a:lvl1pPr>
            <a:lvl2pPr algn="ctr">
              <a:lnSpc>
                <a:spcPct val="100000"/>
              </a:lnSpc>
              <a:spcBef>
                <a:spcPts val="0"/>
              </a:spcBef>
              <a:spcAft>
                <a:spcPts val="0"/>
              </a:spcAft>
              <a:buClr>
                <a:schemeClr val="lt1"/>
              </a:buClr>
              <a:buSzPts val="3600"/>
              <a:buNone/>
              <a:defRPr sz="3600">
                <a:solidFill>
                  <a:schemeClr val="lt1"/>
                </a:solidFill>
              </a:defRPr>
            </a:lvl2pPr>
            <a:lvl3pPr algn="ctr">
              <a:lnSpc>
                <a:spcPct val="100000"/>
              </a:lnSpc>
              <a:spcBef>
                <a:spcPts val="0"/>
              </a:spcBef>
              <a:spcAft>
                <a:spcPts val="0"/>
              </a:spcAft>
              <a:buClr>
                <a:schemeClr val="lt1"/>
              </a:buClr>
              <a:buSzPts val="3600"/>
              <a:buNone/>
              <a:defRPr sz="3600">
                <a:solidFill>
                  <a:schemeClr val="lt1"/>
                </a:solidFill>
              </a:defRPr>
            </a:lvl3pPr>
            <a:lvl4pPr algn="ctr">
              <a:lnSpc>
                <a:spcPct val="100000"/>
              </a:lnSpc>
              <a:spcBef>
                <a:spcPts val="0"/>
              </a:spcBef>
              <a:spcAft>
                <a:spcPts val="0"/>
              </a:spcAft>
              <a:buClr>
                <a:schemeClr val="lt1"/>
              </a:buClr>
              <a:buSzPts val="3600"/>
              <a:buNone/>
              <a:defRPr sz="3600">
                <a:solidFill>
                  <a:schemeClr val="lt1"/>
                </a:solidFill>
              </a:defRPr>
            </a:lvl4pPr>
            <a:lvl5pPr algn="ctr">
              <a:lnSpc>
                <a:spcPct val="100000"/>
              </a:lnSpc>
              <a:spcBef>
                <a:spcPts val="0"/>
              </a:spcBef>
              <a:spcAft>
                <a:spcPts val="0"/>
              </a:spcAft>
              <a:buClr>
                <a:schemeClr val="lt1"/>
              </a:buClr>
              <a:buSzPts val="3600"/>
              <a:buNone/>
              <a:defRPr sz="3600">
                <a:solidFill>
                  <a:schemeClr val="lt1"/>
                </a:solidFill>
              </a:defRPr>
            </a:lvl5pPr>
            <a:lvl6pPr algn="ctr">
              <a:lnSpc>
                <a:spcPct val="100000"/>
              </a:lnSpc>
              <a:spcBef>
                <a:spcPts val="0"/>
              </a:spcBef>
              <a:spcAft>
                <a:spcPts val="0"/>
              </a:spcAft>
              <a:buClr>
                <a:schemeClr val="lt1"/>
              </a:buClr>
              <a:buSzPts val="3600"/>
              <a:buNone/>
              <a:defRPr sz="3600">
                <a:solidFill>
                  <a:schemeClr val="lt1"/>
                </a:solidFill>
              </a:defRPr>
            </a:lvl6pPr>
            <a:lvl7pPr algn="ctr">
              <a:lnSpc>
                <a:spcPct val="100000"/>
              </a:lnSpc>
              <a:spcBef>
                <a:spcPts val="0"/>
              </a:spcBef>
              <a:spcAft>
                <a:spcPts val="0"/>
              </a:spcAft>
              <a:buClr>
                <a:schemeClr val="lt1"/>
              </a:buClr>
              <a:buSzPts val="3600"/>
              <a:buNone/>
              <a:defRPr sz="3600">
                <a:solidFill>
                  <a:schemeClr val="lt1"/>
                </a:solidFill>
              </a:defRPr>
            </a:lvl7pPr>
            <a:lvl8pPr algn="ctr">
              <a:lnSpc>
                <a:spcPct val="100000"/>
              </a:lnSpc>
              <a:spcBef>
                <a:spcPts val="0"/>
              </a:spcBef>
              <a:spcAft>
                <a:spcPts val="0"/>
              </a:spcAft>
              <a:buClr>
                <a:schemeClr val="lt1"/>
              </a:buClr>
              <a:buSzPts val="3600"/>
              <a:buNone/>
              <a:defRPr sz="3600">
                <a:solidFill>
                  <a:schemeClr val="lt1"/>
                </a:solidFill>
              </a:defRPr>
            </a:lvl8pPr>
            <a:lvl9pPr algn="ctr">
              <a:lnSpc>
                <a:spcPct val="100000"/>
              </a:lnSpc>
              <a:spcBef>
                <a:spcPts val="0"/>
              </a:spcBef>
              <a:spcAft>
                <a:spcPts val="0"/>
              </a:spcAft>
              <a:buClr>
                <a:schemeClr val="lt1"/>
              </a:buClr>
              <a:buSzPts val="3600"/>
              <a:buNone/>
              <a:defRPr sz="3600">
                <a:solidFill>
                  <a:schemeClr val="lt1"/>
                </a:solidFill>
              </a:defRPr>
            </a:lvl9pPr>
          </a:lstStyle>
          <a:p xmlns:a="http://schemas.openxmlformats.org/drawingml/2006/main"/>
        </p:txBody>
      </p:sp>
      <p:sp>
        <p:nvSpPr>
          <p:cNvPr id="89" name="Google Shape;89;p27">
            <a:extLst xmlns:a="http://schemas.openxmlformats.org/drawingml/2006/main">
              <a:ext uri="{FF2B5EF4-FFF2-40B4-BE49-F238E27FC236}">
                <a16:creationId xmlns:a16="http://schemas.microsoft.com/office/drawing/2014/main" id="{33EB780B-998E-4311-840C-475EB00BBCA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90" name="Google Shape;90;p27">
            <a:extLst xmlns:a="http://schemas.openxmlformats.org/drawingml/2006/main">
              <a:ext uri="{FF2B5EF4-FFF2-40B4-BE49-F238E27FC236}">
                <a16:creationId xmlns:a16="http://schemas.microsoft.com/office/drawing/2014/main" id="{E9817554-8B6C-4DFA-94A4-2133B647605A}"/>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5.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cxnSp>
        <p:nvCxnSpPr>
          <p:cNvPr id="98" name="Google Shape;92;p28"/>
          <p:cNvCxnSpPr/>
          <p:nvPr/>
        </p:nvCxnSpPr>
        <p:spPr>
          <a:xfrm xmlns:a="http://schemas.openxmlformats.org/drawingml/2006/main">
            <a:off x="429200" y="127557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93" name="Google Shape;93;p28">
            <a:extLst xmlns:a="http://schemas.openxmlformats.org/drawingml/2006/main">
              <a:ext uri="{FF2B5EF4-FFF2-40B4-BE49-F238E27FC236}">
                <a16:creationId xmlns:a16="http://schemas.microsoft.com/office/drawing/2014/main" id="{507118FD-9513-4A68-A17F-DF1EBCF5FA2C}"/>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94" name="Google Shape;94;p28">
            <a:extLst xmlns:a="http://schemas.openxmlformats.org/drawingml/2006/main">
              <a:ext uri="{FF2B5EF4-FFF2-40B4-BE49-F238E27FC236}">
                <a16:creationId xmlns:a16="http://schemas.microsoft.com/office/drawing/2014/main" id="{020EF03A-209A-469D-87AF-244712B6D629}"/>
              </a:ext>
            </a:extLst>
          </p:cNvPr>
          <p:cNvSpPr>
            <a:spLocks xmlns:a="http://schemas.openxmlformats.org/drawingml/2006/main" noGrp="1"/>
          </p:cNvSpPr>
          <p:nvPr>
            <p:ph type="body" idx="1"/>
          </p:nvPr>
        </p:nvSpPr>
        <p:spPr>
          <a:xfrm xmlns:a="http://schemas.openxmlformats.org/drawingml/2006/main">
            <a:off x="311700" y="1468825"/>
            <a:ext cx="39999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95" name="Google Shape;95;p28">
            <a:extLst xmlns:a="http://schemas.openxmlformats.org/drawingml/2006/main">
              <a:ext uri="{FF2B5EF4-FFF2-40B4-BE49-F238E27FC236}">
                <a16:creationId xmlns:a16="http://schemas.microsoft.com/office/drawing/2014/main" id="{EBD51C64-701E-4CE4-BB2E-07BD197E17F1}"/>
              </a:ext>
            </a:extLst>
          </p:cNvPr>
          <p:cNvSpPr>
            <a:spLocks xmlns:a="http://schemas.openxmlformats.org/drawingml/2006/main" noGrp="1"/>
          </p:cNvSpPr>
          <p:nvPr>
            <p:ph type="body" idx="2"/>
          </p:nvPr>
        </p:nvSpPr>
        <p:spPr>
          <a:xfrm xmlns:a="http://schemas.openxmlformats.org/drawingml/2006/main">
            <a:off x="4832400" y="1468825"/>
            <a:ext cx="39999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7500" algn="l">
              <a:lnSpc>
                <a:spcPct val="115000"/>
              </a:lnSpc>
              <a:spcBef>
                <a:spcPts val="0"/>
              </a:spcBef>
              <a:spcAft>
                <a:spcPts val="0"/>
              </a:spcAft>
              <a:buSzPts val="1400"/>
              <a:buChar char="●"/>
              <a:defRPr sz="14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96" name="Google Shape;96;p28">
            <a:extLst xmlns:a="http://schemas.openxmlformats.org/drawingml/2006/main">
              <a:ext uri="{FF2B5EF4-FFF2-40B4-BE49-F238E27FC236}">
                <a16:creationId xmlns:a16="http://schemas.microsoft.com/office/drawing/2014/main" id="{980BD188-AC5B-4CD1-BBD6-501DB3551BB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97" name="Google Shape;97;p28">
            <a:extLst xmlns:a="http://schemas.openxmlformats.org/drawingml/2006/main">
              <a:ext uri="{FF2B5EF4-FFF2-40B4-BE49-F238E27FC236}">
                <a16:creationId xmlns:a16="http://schemas.microsoft.com/office/drawing/2014/main" id="{5437A9E8-7782-4DE4-A39C-C868F0F97523}"/>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6.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99" name="Google Shape;99;p29">
            <a:extLst xmlns:a="http://schemas.openxmlformats.org/drawingml/2006/main">
              <a:ext uri="{FF2B5EF4-FFF2-40B4-BE49-F238E27FC236}">
                <a16:creationId xmlns:a16="http://schemas.microsoft.com/office/drawing/2014/main" id="{16D24395-189B-405E-B877-1E7D0D645993}"/>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3000"/>
              <a:buNone/>
              <a:defRPr/>
            </a:lvl1pPr>
            <a:lvl2pPr algn="l">
              <a:lnSpc>
                <a:spcPct val="100000"/>
              </a:lnSpc>
              <a:spcBef>
                <a:spcPts val="0"/>
              </a:spcBef>
              <a:spcAft>
                <a:spcPts val="0"/>
              </a:spcAft>
              <a:buSzPts val="3000"/>
              <a:buNone/>
              <a:defRPr/>
            </a:lvl2pPr>
            <a:lvl3pPr algn="l">
              <a:lnSpc>
                <a:spcPct val="100000"/>
              </a:lnSpc>
              <a:spcBef>
                <a:spcPts val="0"/>
              </a:spcBef>
              <a:spcAft>
                <a:spcPts val="0"/>
              </a:spcAft>
              <a:buSzPts val="3000"/>
              <a:buNone/>
              <a:defRPr/>
            </a:lvl3pPr>
            <a:lvl4pPr algn="l">
              <a:lnSpc>
                <a:spcPct val="100000"/>
              </a:lnSpc>
              <a:spcBef>
                <a:spcPts val="0"/>
              </a:spcBef>
              <a:spcAft>
                <a:spcPts val="0"/>
              </a:spcAft>
              <a:buSzPts val="3000"/>
              <a:buNone/>
              <a:defRPr/>
            </a:lvl4pPr>
            <a:lvl5pPr algn="l">
              <a:lnSpc>
                <a:spcPct val="100000"/>
              </a:lnSpc>
              <a:spcBef>
                <a:spcPts val="0"/>
              </a:spcBef>
              <a:spcAft>
                <a:spcPts val="0"/>
              </a:spcAft>
              <a:buSzPts val="3000"/>
              <a:buNone/>
              <a:defRPr/>
            </a:lvl5pPr>
            <a:lvl6pPr algn="l">
              <a:lnSpc>
                <a:spcPct val="100000"/>
              </a:lnSpc>
              <a:spcBef>
                <a:spcPts val="0"/>
              </a:spcBef>
              <a:spcAft>
                <a:spcPts val="0"/>
              </a:spcAft>
              <a:buSzPts val="3000"/>
              <a:buNone/>
              <a:defRPr/>
            </a:lvl6pPr>
            <a:lvl7pPr algn="l">
              <a:lnSpc>
                <a:spcPct val="100000"/>
              </a:lnSpc>
              <a:spcBef>
                <a:spcPts val="0"/>
              </a:spcBef>
              <a:spcAft>
                <a:spcPts val="0"/>
              </a:spcAft>
              <a:buSzPts val="3000"/>
              <a:buNone/>
              <a:defRPr/>
            </a:lvl7pPr>
            <a:lvl8pPr algn="l">
              <a:lnSpc>
                <a:spcPct val="100000"/>
              </a:lnSpc>
              <a:spcBef>
                <a:spcPts val="0"/>
              </a:spcBef>
              <a:spcAft>
                <a:spcPts val="0"/>
              </a:spcAft>
              <a:buSzPts val="3000"/>
              <a:buNone/>
              <a:defRPr/>
            </a:lvl8pPr>
            <a:lvl9pPr algn="l">
              <a:lnSpc>
                <a:spcPct val="100000"/>
              </a:lnSpc>
              <a:spcBef>
                <a:spcPts val="0"/>
              </a:spcBef>
              <a:spcAft>
                <a:spcPts val="0"/>
              </a:spcAft>
              <a:buSzPts val="3000"/>
              <a:buNone/>
              <a:defRPr/>
            </a:lvl9pPr>
          </a:lstStyle>
          <a:p xmlns:a="http://schemas.openxmlformats.org/drawingml/2006/main"/>
        </p:txBody>
      </p:sp>
      <p:sp>
        <p:nvSpPr>
          <p:cNvPr id="100" name="Google Shape;100;p29">
            <a:extLst xmlns:a="http://schemas.openxmlformats.org/drawingml/2006/main">
              <a:ext uri="{FF2B5EF4-FFF2-40B4-BE49-F238E27FC236}">
                <a16:creationId xmlns:a16="http://schemas.microsoft.com/office/drawing/2014/main" id="{FD9CE8D8-F47D-44D6-9B4A-6040051D81A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01" name="Google Shape;101;p29">
            <a:extLst xmlns:a="http://schemas.openxmlformats.org/drawingml/2006/main">
              <a:ext uri="{FF2B5EF4-FFF2-40B4-BE49-F238E27FC236}">
                <a16:creationId xmlns:a16="http://schemas.microsoft.com/office/drawing/2014/main" id="{E2CC711D-2FAC-4DAD-A420-EDDF9BF2B1FF}"/>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7.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cxnSp>
        <p:nvCxnSpPr>
          <p:cNvPr id="108" name="Google Shape;103;p30"/>
          <p:cNvCxnSpPr/>
          <p:nvPr/>
        </p:nvCxnSpPr>
        <p:spPr>
          <a:xfrm xmlns:a="http://schemas.openxmlformats.org/drawingml/2006/main">
            <a:off x="418675" y="1457787"/>
            <a:ext cx="614100" cy="0"/>
          </a:xfrm>
          <a:prstGeom xmlns:a="http://schemas.openxmlformats.org/drawingml/2006/main" prst="straightConnector1">
            <a:avLst/>
          </a:prstGeom>
          <a:ln xmlns:a="http://schemas.openxmlformats.org/drawingml/2006/main" w="19050" cap="flat">
            <a:solidFill>
              <a:schemeClr val="dk2"/>
            </a:solidFill>
            <a:prstDash val="lgDash"/>
            <a:round/>
            <a:headEnd type="none" w="sm" len="sm"/>
            <a:tailEnd type="none" w="sm" len="sm"/>
          </a:ln>
        </p:spPr>
      </p:cxnSp>
      <p:sp>
        <p:nvSpPr>
          <p:cNvPr id="104" name="Google Shape;104;p30">
            <a:extLst xmlns:a="http://schemas.openxmlformats.org/drawingml/2006/main">
              <a:ext uri="{FF2B5EF4-FFF2-40B4-BE49-F238E27FC236}">
                <a16:creationId xmlns:a16="http://schemas.microsoft.com/office/drawing/2014/main" id="{F48388EE-8688-457C-8051-8428FD1816C5}"/>
              </a:ext>
            </a:extLst>
          </p:cNvPr>
          <p:cNvSpPr>
            <a:spLocks xmlns:a="http://schemas.openxmlformats.org/drawingml/2006/main" noGrp="1"/>
          </p:cNvSpPr>
          <p:nvPr>
            <p:ph type="title" idx="0"/>
          </p:nvPr>
        </p:nvSpPr>
        <p:spPr>
          <a:xfrm xmlns:a="http://schemas.openxmlformats.org/drawingml/2006/main">
            <a:off x="311700" y="631800"/>
            <a:ext cx="2808000" cy="75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2400"/>
              <a:buNone/>
              <a:defRPr sz="2400"/>
            </a:lvl1pPr>
            <a:lvl2pPr algn="l">
              <a:lnSpc>
                <a:spcPct val="100000"/>
              </a:lnSpc>
              <a:spcBef>
                <a:spcPts val="0"/>
              </a:spcBef>
              <a:spcAft>
                <a:spcPts val="0"/>
              </a:spcAft>
              <a:buSzPts val="2400"/>
              <a:buNone/>
              <a:defRPr sz="2400"/>
            </a:lvl2pPr>
            <a:lvl3pPr algn="l">
              <a:lnSpc>
                <a:spcPct val="100000"/>
              </a:lnSpc>
              <a:spcBef>
                <a:spcPts val="0"/>
              </a:spcBef>
              <a:spcAft>
                <a:spcPts val="0"/>
              </a:spcAft>
              <a:buSzPts val="2400"/>
              <a:buNone/>
              <a:defRPr sz="2400"/>
            </a:lvl3pPr>
            <a:lvl4pPr algn="l">
              <a:lnSpc>
                <a:spcPct val="100000"/>
              </a:lnSpc>
              <a:spcBef>
                <a:spcPts val="0"/>
              </a:spcBef>
              <a:spcAft>
                <a:spcPts val="0"/>
              </a:spcAft>
              <a:buSzPts val="2400"/>
              <a:buNone/>
              <a:defRPr sz="2400"/>
            </a:lvl4pPr>
            <a:lvl5pPr algn="l">
              <a:lnSpc>
                <a:spcPct val="100000"/>
              </a:lnSpc>
              <a:spcBef>
                <a:spcPts val="0"/>
              </a:spcBef>
              <a:spcAft>
                <a:spcPts val="0"/>
              </a:spcAft>
              <a:buSzPts val="2400"/>
              <a:buNone/>
              <a:defRPr sz="2400"/>
            </a:lvl5pPr>
            <a:lvl6pPr algn="l">
              <a:lnSpc>
                <a:spcPct val="100000"/>
              </a:lnSpc>
              <a:spcBef>
                <a:spcPts val="0"/>
              </a:spcBef>
              <a:spcAft>
                <a:spcPts val="0"/>
              </a:spcAft>
              <a:buSzPts val="2400"/>
              <a:buNone/>
              <a:defRPr sz="2400"/>
            </a:lvl6pPr>
            <a:lvl7pPr algn="l">
              <a:lnSpc>
                <a:spcPct val="100000"/>
              </a:lnSpc>
              <a:spcBef>
                <a:spcPts val="0"/>
              </a:spcBef>
              <a:spcAft>
                <a:spcPts val="0"/>
              </a:spcAft>
              <a:buSzPts val="2400"/>
              <a:buNone/>
              <a:defRPr sz="2400"/>
            </a:lvl7pPr>
            <a:lvl8pPr algn="l">
              <a:lnSpc>
                <a:spcPct val="100000"/>
              </a:lnSpc>
              <a:spcBef>
                <a:spcPts val="0"/>
              </a:spcBef>
              <a:spcAft>
                <a:spcPts val="0"/>
              </a:spcAft>
              <a:buSzPts val="2400"/>
              <a:buNone/>
              <a:defRPr sz="2400"/>
            </a:lvl8pPr>
            <a:lvl9pPr algn="l">
              <a:lnSpc>
                <a:spcPct val="100000"/>
              </a:lnSpc>
              <a:spcBef>
                <a:spcPts val="0"/>
              </a:spcBef>
              <a:spcAft>
                <a:spcPts val="0"/>
              </a:spcAft>
              <a:buSzPts val="2400"/>
              <a:buNone/>
              <a:defRPr sz="2400"/>
            </a:lvl9pPr>
          </a:lstStyle>
          <a:p xmlns:a="http://schemas.openxmlformats.org/drawingml/2006/main"/>
        </p:txBody>
      </p:sp>
      <p:sp>
        <p:nvSpPr>
          <p:cNvPr id="105" name="Google Shape;105;p30">
            <a:extLst xmlns:a="http://schemas.openxmlformats.org/drawingml/2006/main">
              <a:ext uri="{FF2B5EF4-FFF2-40B4-BE49-F238E27FC236}">
                <a16:creationId xmlns:a16="http://schemas.microsoft.com/office/drawing/2014/main" id="{6BBF15ED-A293-4DF8-A577-B353EE2DBFA6}"/>
              </a:ext>
            </a:extLst>
          </p:cNvPr>
          <p:cNvSpPr>
            <a:spLocks xmlns:a="http://schemas.openxmlformats.org/drawingml/2006/main" noGrp="1"/>
          </p:cNvSpPr>
          <p:nvPr>
            <p:ph type="body" idx="1"/>
          </p:nvPr>
        </p:nvSpPr>
        <p:spPr>
          <a:xfrm xmlns:a="http://schemas.openxmlformats.org/drawingml/2006/main">
            <a:off x="311700" y="1618204"/>
            <a:ext cx="2808000" cy="295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04800" algn="l">
              <a:lnSpc>
                <a:spcPct val="115000"/>
              </a:lnSpc>
              <a:spcBef>
                <a:spcPts val="0"/>
              </a:spcBef>
              <a:spcAft>
                <a:spcPts val="0"/>
              </a:spcAft>
              <a:buSzPts val="1200"/>
              <a:buChar char="●"/>
              <a:defRPr sz="1200"/>
            </a:lvl1pPr>
            <a:lvl2pPr marL="914400" indent="-304800" algn="l">
              <a:lnSpc>
                <a:spcPct val="115000"/>
              </a:lnSpc>
              <a:spcBef>
                <a:spcPts val="0"/>
              </a:spcBef>
              <a:spcAft>
                <a:spcPts val="0"/>
              </a:spcAft>
              <a:buSzPts val="1200"/>
              <a:buChar char="○"/>
              <a:defRPr sz="1200"/>
            </a:lvl2pPr>
            <a:lvl3pPr marL="1371600" indent="-304800" algn="l">
              <a:lnSpc>
                <a:spcPct val="115000"/>
              </a:lnSpc>
              <a:spcBef>
                <a:spcPts val="0"/>
              </a:spcBef>
              <a:spcAft>
                <a:spcPts val="0"/>
              </a:spcAft>
              <a:buSzPts val="1200"/>
              <a:buChar char="■"/>
              <a:defRPr sz="1200"/>
            </a:lvl3pPr>
            <a:lvl4pPr marL="1828800" indent="-304800" algn="l">
              <a:lnSpc>
                <a:spcPct val="115000"/>
              </a:lnSpc>
              <a:spcBef>
                <a:spcPts val="0"/>
              </a:spcBef>
              <a:spcAft>
                <a:spcPts val="0"/>
              </a:spcAft>
              <a:buSzPts val="1200"/>
              <a:buChar char="●"/>
              <a:defRPr sz="1200"/>
            </a:lvl4pPr>
            <a:lvl5pPr marL="2286000" indent="-304800" algn="l">
              <a:lnSpc>
                <a:spcPct val="115000"/>
              </a:lnSpc>
              <a:spcBef>
                <a:spcPts val="0"/>
              </a:spcBef>
              <a:spcAft>
                <a:spcPts val="0"/>
              </a:spcAft>
              <a:buSzPts val="1200"/>
              <a:buChar char="○"/>
              <a:defRPr sz="1200"/>
            </a:lvl5pPr>
            <a:lvl6pPr marL="2743200" indent="-304800" algn="l">
              <a:lnSpc>
                <a:spcPct val="115000"/>
              </a:lnSpc>
              <a:spcBef>
                <a:spcPts val="0"/>
              </a:spcBef>
              <a:spcAft>
                <a:spcPts val="0"/>
              </a:spcAft>
              <a:buSzPts val="1200"/>
              <a:buChar char="■"/>
              <a:defRPr sz="1200"/>
            </a:lvl6pPr>
            <a:lvl7pPr marL="3200400" indent="-304800" algn="l">
              <a:lnSpc>
                <a:spcPct val="115000"/>
              </a:lnSpc>
              <a:spcBef>
                <a:spcPts val="0"/>
              </a:spcBef>
              <a:spcAft>
                <a:spcPts val="0"/>
              </a:spcAft>
              <a:buSzPts val="1200"/>
              <a:buChar char="●"/>
              <a:defRPr sz="1200"/>
            </a:lvl7pPr>
            <a:lvl8pPr marL="3657600" indent="-304800" algn="l">
              <a:lnSpc>
                <a:spcPct val="115000"/>
              </a:lnSpc>
              <a:spcBef>
                <a:spcPts val="0"/>
              </a:spcBef>
              <a:spcAft>
                <a:spcPts val="0"/>
              </a:spcAft>
              <a:buSzPts val="1200"/>
              <a:buChar char="○"/>
              <a:defRPr sz="1200"/>
            </a:lvl8pPr>
            <a:lvl9pPr marL="4114800" indent="-304800" algn="l">
              <a:lnSpc>
                <a:spcPct val="115000"/>
              </a:lnSpc>
              <a:spcBef>
                <a:spcPts val="0"/>
              </a:spcBef>
              <a:spcAft>
                <a:spcPts val="0"/>
              </a:spcAft>
              <a:buSzPts val="1200"/>
              <a:buChar char="■"/>
              <a:defRPr sz="1200"/>
            </a:lvl9pPr>
          </a:lstStyle>
          <a:p xmlns:a="http://schemas.openxmlformats.org/drawingml/2006/main"/>
        </p:txBody>
      </p:sp>
      <p:sp>
        <p:nvSpPr>
          <p:cNvPr id="106" name="Google Shape;106;p30">
            <a:extLst xmlns:a="http://schemas.openxmlformats.org/drawingml/2006/main">
              <a:ext uri="{FF2B5EF4-FFF2-40B4-BE49-F238E27FC236}">
                <a16:creationId xmlns:a16="http://schemas.microsoft.com/office/drawing/2014/main" id="{8EB0A017-F2A2-46BB-AB38-8FAED7CAF16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07" name="Google Shape;107;p30">
            <a:extLst xmlns:a="http://schemas.openxmlformats.org/drawingml/2006/main">
              <a:ext uri="{FF2B5EF4-FFF2-40B4-BE49-F238E27FC236}">
                <a16:creationId xmlns:a16="http://schemas.microsoft.com/office/drawing/2014/main" id="{25D0A49E-A6B6-4C82-ADA3-D72ADC053EAD}"/>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18.xml><?xml version="1.0" encoding="utf-8"?>
<p:sldLayout xmlns:p="http://schemas.openxmlformats.org/presentationml/2006/main" matchingName="Main point">
  <p:cSld name="MAIN_POINT">
    <p:bg>
      <p:bgPr>
        <a:solidFill xmlns:a="http://schemas.openxmlformats.org/drawingml/2006/main">
          <a:schemeClr val="lt2"/>
        </a:solidFill>
      </p:bgPr>
    </p:bg>
    <p:spTree>
      <p:nvGrpSpPr>
        <p:cNvPr id="1" name=""/>
        <p:cNvGrpSpPr/>
        <p:nvPr/>
      </p:nvGrpSpPr>
      <p:grpSpPr>
        <a:xfrm xmlns:a="http://schemas.openxmlformats.org/drawingml/2006/main"/>
      </p:grpSpPr>
      <p:sp>
        <p:nvSpPr>
          <p:cNvPr id="109" name="Google Shape;109;p31">
            <a:extLst xmlns:a="http://schemas.openxmlformats.org/drawingml/2006/main">
              <a:ext uri="{FF2B5EF4-FFF2-40B4-BE49-F238E27FC236}">
                <a16:creationId xmlns:a16="http://schemas.microsoft.com/office/drawing/2014/main" id="{1806A7C5-E6E7-4190-ADE7-89DD83883984}"/>
              </a:ext>
            </a:extLst>
          </p:cNvPr>
          <p:cNvSpPr>
            <a:spLocks xmlns:a="http://schemas.openxmlformats.org/drawingml/2006/main" noGrp="1"/>
          </p:cNvSpPr>
          <p:nvPr>
            <p:ph type="title" idx="0"/>
          </p:nvPr>
        </p:nvSpPr>
        <p:spPr>
          <a:xfrm xmlns:a="http://schemas.openxmlformats.org/drawingml/2006/main">
            <a:off x="490250" y="528900"/>
            <a:ext cx="5678100" cy="4085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l">
              <a:lnSpc>
                <a:spcPct val="100000"/>
              </a:lnSpc>
              <a:spcBef>
                <a:spcPts val="0"/>
              </a:spcBef>
              <a:spcAft>
                <a:spcPts val="0"/>
              </a:spcAft>
              <a:buClr>
                <a:schemeClr val="lt1"/>
              </a:buClr>
              <a:buSzPts val="5400"/>
              <a:buNone/>
              <a:defRPr sz="5400">
                <a:solidFill>
                  <a:schemeClr val="lt1"/>
                </a:solidFill>
              </a:defRPr>
            </a:lvl1pPr>
            <a:lvl2pPr algn="l">
              <a:lnSpc>
                <a:spcPct val="100000"/>
              </a:lnSpc>
              <a:spcBef>
                <a:spcPts val="0"/>
              </a:spcBef>
              <a:spcAft>
                <a:spcPts val="0"/>
              </a:spcAft>
              <a:buClr>
                <a:schemeClr val="lt1"/>
              </a:buClr>
              <a:buSzPts val="5400"/>
              <a:buNone/>
              <a:defRPr sz="5400">
                <a:solidFill>
                  <a:schemeClr val="lt1"/>
                </a:solidFill>
              </a:defRPr>
            </a:lvl2pPr>
            <a:lvl3pPr algn="l">
              <a:lnSpc>
                <a:spcPct val="100000"/>
              </a:lnSpc>
              <a:spcBef>
                <a:spcPts val="0"/>
              </a:spcBef>
              <a:spcAft>
                <a:spcPts val="0"/>
              </a:spcAft>
              <a:buClr>
                <a:schemeClr val="lt1"/>
              </a:buClr>
              <a:buSzPts val="5400"/>
              <a:buNone/>
              <a:defRPr sz="5400">
                <a:solidFill>
                  <a:schemeClr val="lt1"/>
                </a:solidFill>
              </a:defRPr>
            </a:lvl3pPr>
            <a:lvl4pPr algn="l">
              <a:lnSpc>
                <a:spcPct val="100000"/>
              </a:lnSpc>
              <a:spcBef>
                <a:spcPts val="0"/>
              </a:spcBef>
              <a:spcAft>
                <a:spcPts val="0"/>
              </a:spcAft>
              <a:buClr>
                <a:schemeClr val="lt1"/>
              </a:buClr>
              <a:buSzPts val="5400"/>
              <a:buNone/>
              <a:defRPr sz="5400">
                <a:solidFill>
                  <a:schemeClr val="lt1"/>
                </a:solidFill>
              </a:defRPr>
            </a:lvl4pPr>
            <a:lvl5pPr algn="l">
              <a:lnSpc>
                <a:spcPct val="100000"/>
              </a:lnSpc>
              <a:spcBef>
                <a:spcPts val="0"/>
              </a:spcBef>
              <a:spcAft>
                <a:spcPts val="0"/>
              </a:spcAft>
              <a:buClr>
                <a:schemeClr val="lt1"/>
              </a:buClr>
              <a:buSzPts val="5400"/>
              <a:buNone/>
              <a:defRPr sz="5400">
                <a:solidFill>
                  <a:schemeClr val="lt1"/>
                </a:solidFill>
              </a:defRPr>
            </a:lvl5pPr>
            <a:lvl6pPr algn="l">
              <a:lnSpc>
                <a:spcPct val="100000"/>
              </a:lnSpc>
              <a:spcBef>
                <a:spcPts val="0"/>
              </a:spcBef>
              <a:spcAft>
                <a:spcPts val="0"/>
              </a:spcAft>
              <a:buClr>
                <a:schemeClr val="lt1"/>
              </a:buClr>
              <a:buSzPts val="5400"/>
              <a:buNone/>
              <a:defRPr sz="5400">
                <a:solidFill>
                  <a:schemeClr val="lt1"/>
                </a:solidFill>
              </a:defRPr>
            </a:lvl6pPr>
            <a:lvl7pPr algn="l">
              <a:lnSpc>
                <a:spcPct val="100000"/>
              </a:lnSpc>
              <a:spcBef>
                <a:spcPts val="0"/>
              </a:spcBef>
              <a:spcAft>
                <a:spcPts val="0"/>
              </a:spcAft>
              <a:buClr>
                <a:schemeClr val="lt1"/>
              </a:buClr>
              <a:buSzPts val="5400"/>
              <a:buNone/>
              <a:defRPr sz="5400">
                <a:solidFill>
                  <a:schemeClr val="lt1"/>
                </a:solidFill>
              </a:defRPr>
            </a:lvl7pPr>
            <a:lvl8pPr algn="l">
              <a:lnSpc>
                <a:spcPct val="100000"/>
              </a:lnSpc>
              <a:spcBef>
                <a:spcPts val="0"/>
              </a:spcBef>
              <a:spcAft>
                <a:spcPts val="0"/>
              </a:spcAft>
              <a:buClr>
                <a:schemeClr val="lt1"/>
              </a:buClr>
              <a:buSzPts val="5400"/>
              <a:buNone/>
              <a:defRPr sz="5400">
                <a:solidFill>
                  <a:schemeClr val="lt1"/>
                </a:solidFill>
              </a:defRPr>
            </a:lvl8pPr>
            <a:lvl9pPr algn="l">
              <a:lnSpc>
                <a:spcPct val="100000"/>
              </a:lnSpc>
              <a:spcBef>
                <a:spcPts val="0"/>
              </a:spcBef>
              <a:spcAft>
                <a:spcPts val="0"/>
              </a:spcAft>
              <a:buClr>
                <a:schemeClr val="lt1"/>
              </a:buClr>
              <a:buSzPts val="5400"/>
              <a:buNone/>
              <a:defRPr sz="5400">
                <a:solidFill>
                  <a:schemeClr val="lt1"/>
                </a:solidFill>
              </a:defRPr>
            </a:lvl9pPr>
          </a:lstStyle>
          <a:p xmlns:a="http://schemas.openxmlformats.org/drawingml/2006/main"/>
        </p:txBody>
      </p:sp>
      <p:sp>
        <p:nvSpPr>
          <p:cNvPr id="110" name="Google Shape;110;p31">
            <a:extLst xmlns:a="http://schemas.openxmlformats.org/drawingml/2006/main">
              <a:ext uri="{FF2B5EF4-FFF2-40B4-BE49-F238E27FC236}">
                <a16:creationId xmlns:a16="http://schemas.microsoft.com/office/drawing/2014/main" id="{ED06FB89-CAEB-4C3B-89FB-923B1939111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lt1"/>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11" name="Google Shape;111;p31">
            <a:extLst xmlns:a="http://schemas.openxmlformats.org/drawingml/2006/main">
              <a:ext uri="{FF2B5EF4-FFF2-40B4-BE49-F238E27FC236}">
                <a16:creationId xmlns:a16="http://schemas.microsoft.com/office/drawing/2014/main" id="{32630066-2A28-4EB4-842C-8024A371B111}"/>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lt1"/>
                </a:solidFill>
                <a:latin typeface="Source Code Pro"/>
                <a:ea typeface="Source Code Pro"/>
                <a:cs typeface="Source Code Pro"/>
              </a:rPr>
              <a:t>Complete Prompt Engineering for Generative AI (2026)</a:t>
            </a:r>
            <a:endParaRPr sz="900" b="0" i="0" u="none" cap="none">
              <a:solidFill>
                <a:schemeClr val="lt1"/>
              </a:solidFill>
              <a:latin typeface="Source Code Pro"/>
              <a:ea typeface="Source Code Pro"/>
              <a:cs typeface="Source Code Pro"/>
            </a:endParaRPr>
          </a:p>
        </p:txBody>
      </p:sp>
    </p:spTree>
  </p:cSld>
</p:sldLayout>
</file>

<file path=ppt/slideLayouts/slideLayout19.xml><?xml version="1.0" encoding="utf-8"?>
<p:sldLayout xmlns:p="http://schemas.openxmlformats.org/presentationml/2006/main" matchingName="Section title and description">
  <p:cSld name="SECTION_TITLE_AND_DESCRIPTION">
    <p:bg>
      <p:bgPr>
        <a:solidFill xmlns:a="http://schemas.openxmlformats.org/drawingml/2006/main">
          <a:schemeClr val="dk1"/>
        </a:solidFill>
      </p:bgPr>
    </p:bg>
    <p:spTree>
      <p:nvGrpSpPr>
        <p:cNvPr id="1" name=""/>
        <p:cNvGrpSpPr/>
        <p:nvPr/>
      </p:nvGrpSpPr>
      <p:grpSpPr>
        <a:xfrm xmlns:a="http://schemas.openxmlformats.org/drawingml/2006/main"/>
      </p:grpSpPr>
      <p:sp>
        <p:nvSpPr>
          <p:cNvPr id="113" name="Google Shape;113;p32">
            <a:extLst xmlns:a="http://schemas.openxmlformats.org/drawingml/2006/main">
              <a:ext uri="{FF2B5EF4-FFF2-40B4-BE49-F238E27FC236}">
                <a16:creationId xmlns:a16="http://schemas.microsoft.com/office/drawing/2014/main" id="{D2E54CFB-878A-470F-936A-9DA338FC6CD6}"/>
              </a:ext>
            </a:extLst>
          </p:cNvPr>
          <p:cNvSpPr>
            <a:spLocks xmlns:a="http://schemas.openxmlformats.org/drawingml/2006/main" noGrp="1"/>
          </p:cNvSpPr>
          <p:nvPr/>
        </p:nvSpPr>
        <p:spPr>
          <a:xfrm xmlns:a="http://schemas.openxmlformats.org/drawingml/2006/main">
            <a:off x="4572000" y="175"/>
            <a:ext cx="4572000" cy="5143500"/>
          </a:xfrm>
          <a:prstGeom xmlns:a="http://schemas.openxmlformats.org/drawingml/2006/main" prst="rect">
            <a:avLst/>
          </a:prstGeom>
          <a:solidFill xmlns:a="http://schemas.openxmlformats.org/drawingml/2006/main">
            <a:schemeClr val="l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cap="none">
              <a:solidFill>
                <a:srgbClr val="000000"/>
              </a:solidFill>
              <a:latin typeface="Arial"/>
              <a:ea typeface="Arial"/>
              <a:cs typeface="Arial"/>
            </a:endParaRPr>
          </a:p>
        </p:txBody>
      </p:sp>
      <p:cxnSp>
        <p:nvCxnSpPr>
          <p:cNvPr id="121" name="Google Shape;114;p32"/>
          <p:cNvCxnSpPr/>
          <p:nvPr/>
        </p:nvCxnSpPr>
        <p:spPr>
          <a:xfrm xmlns:a="http://schemas.openxmlformats.org/drawingml/2006/main">
            <a:off x="5029675" y="4495500"/>
            <a:ext cx="577200" cy="0"/>
          </a:xfrm>
          <a:prstGeom xmlns:a="http://schemas.openxmlformats.org/drawingml/2006/main" prst="straightConnector1">
            <a:avLst/>
          </a:prstGeom>
          <a:ln xmlns:a="http://schemas.openxmlformats.org/drawingml/2006/main" w="19050" cap="flat">
            <a:solidFill>
              <a:schemeClr val="dk1"/>
            </a:solidFill>
            <a:prstDash val="lgDash"/>
            <a:round/>
            <a:headEnd type="none" w="sm" len="sm"/>
            <a:tailEnd type="none" w="sm" len="sm"/>
          </a:ln>
        </p:spPr>
      </p:cxnSp>
      <p:sp>
        <p:nvSpPr>
          <p:cNvPr id="115" name="Google Shape;115;p32">
            <a:extLst xmlns:a="http://schemas.openxmlformats.org/drawingml/2006/main">
              <a:ext uri="{FF2B5EF4-FFF2-40B4-BE49-F238E27FC236}">
                <a16:creationId xmlns:a16="http://schemas.microsoft.com/office/drawing/2014/main" id="{B1267271-A6A6-4991-80A6-080A8D51806F}"/>
              </a:ext>
            </a:extLst>
          </p:cNvPr>
          <p:cNvSpPr>
            <a:spLocks xmlns:a="http://schemas.openxmlformats.org/drawingml/2006/main" noGrp="1"/>
          </p:cNvSpPr>
          <p:nvPr>
            <p:ph type="title" idx="0"/>
          </p:nvPr>
        </p:nvSpPr>
        <p:spPr>
          <a:xfrm xmlns:a="http://schemas.openxmlformats.org/drawingml/2006/main">
            <a:off x="265500" y="1078750"/>
            <a:ext cx="4045200" cy="1789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ctr">
              <a:lnSpc>
                <a:spcPct val="100000"/>
              </a:lnSpc>
              <a:spcBef>
                <a:spcPts val="0"/>
              </a:spcBef>
              <a:spcAft>
                <a:spcPts val="0"/>
              </a:spcAft>
              <a:buClr>
                <a:schemeClr val="lt1"/>
              </a:buClr>
              <a:buSzPts val="4600"/>
              <a:buNone/>
              <a:defRPr sz="4600">
                <a:solidFill>
                  <a:schemeClr val="lt1"/>
                </a:solidFill>
              </a:defRPr>
            </a:lvl1pPr>
            <a:lvl2pPr algn="ctr">
              <a:lnSpc>
                <a:spcPct val="100000"/>
              </a:lnSpc>
              <a:spcBef>
                <a:spcPts val="0"/>
              </a:spcBef>
              <a:spcAft>
                <a:spcPts val="0"/>
              </a:spcAft>
              <a:buClr>
                <a:schemeClr val="lt1"/>
              </a:buClr>
              <a:buSzPts val="4600"/>
              <a:buNone/>
              <a:defRPr sz="4600">
                <a:solidFill>
                  <a:schemeClr val="lt1"/>
                </a:solidFill>
              </a:defRPr>
            </a:lvl2pPr>
            <a:lvl3pPr algn="ctr">
              <a:lnSpc>
                <a:spcPct val="100000"/>
              </a:lnSpc>
              <a:spcBef>
                <a:spcPts val="0"/>
              </a:spcBef>
              <a:spcAft>
                <a:spcPts val="0"/>
              </a:spcAft>
              <a:buClr>
                <a:schemeClr val="lt1"/>
              </a:buClr>
              <a:buSzPts val="4600"/>
              <a:buNone/>
              <a:defRPr sz="4600">
                <a:solidFill>
                  <a:schemeClr val="lt1"/>
                </a:solidFill>
              </a:defRPr>
            </a:lvl3pPr>
            <a:lvl4pPr algn="ctr">
              <a:lnSpc>
                <a:spcPct val="100000"/>
              </a:lnSpc>
              <a:spcBef>
                <a:spcPts val="0"/>
              </a:spcBef>
              <a:spcAft>
                <a:spcPts val="0"/>
              </a:spcAft>
              <a:buClr>
                <a:schemeClr val="lt1"/>
              </a:buClr>
              <a:buSzPts val="4600"/>
              <a:buNone/>
              <a:defRPr sz="4600">
                <a:solidFill>
                  <a:schemeClr val="lt1"/>
                </a:solidFill>
              </a:defRPr>
            </a:lvl4pPr>
            <a:lvl5pPr algn="ctr">
              <a:lnSpc>
                <a:spcPct val="100000"/>
              </a:lnSpc>
              <a:spcBef>
                <a:spcPts val="0"/>
              </a:spcBef>
              <a:spcAft>
                <a:spcPts val="0"/>
              </a:spcAft>
              <a:buClr>
                <a:schemeClr val="lt1"/>
              </a:buClr>
              <a:buSzPts val="4600"/>
              <a:buNone/>
              <a:defRPr sz="4600">
                <a:solidFill>
                  <a:schemeClr val="lt1"/>
                </a:solidFill>
              </a:defRPr>
            </a:lvl5pPr>
            <a:lvl6pPr algn="ctr">
              <a:lnSpc>
                <a:spcPct val="100000"/>
              </a:lnSpc>
              <a:spcBef>
                <a:spcPts val="0"/>
              </a:spcBef>
              <a:spcAft>
                <a:spcPts val="0"/>
              </a:spcAft>
              <a:buClr>
                <a:schemeClr val="lt1"/>
              </a:buClr>
              <a:buSzPts val="4600"/>
              <a:buNone/>
              <a:defRPr sz="4600">
                <a:solidFill>
                  <a:schemeClr val="lt1"/>
                </a:solidFill>
              </a:defRPr>
            </a:lvl6pPr>
            <a:lvl7pPr algn="ctr">
              <a:lnSpc>
                <a:spcPct val="100000"/>
              </a:lnSpc>
              <a:spcBef>
                <a:spcPts val="0"/>
              </a:spcBef>
              <a:spcAft>
                <a:spcPts val="0"/>
              </a:spcAft>
              <a:buClr>
                <a:schemeClr val="lt1"/>
              </a:buClr>
              <a:buSzPts val="4600"/>
              <a:buNone/>
              <a:defRPr sz="4600">
                <a:solidFill>
                  <a:schemeClr val="lt1"/>
                </a:solidFill>
              </a:defRPr>
            </a:lvl7pPr>
            <a:lvl8pPr algn="ctr">
              <a:lnSpc>
                <a:spcPct val="100000"/>
              </a:lnSpc>
              <a:spcBef>
                <a:spcPts val="0"/>
              </a:spcBef>
              <a:spcAft>
                <a:spcPts val="0"/>
              </a:spcAft>
              <a:buClr>
                <a:schemeClr val="lt1"/>
              </a:buClr>
              <a:buSzPts val="4600"/>
              <a:buNone/>
              <a:defRPr sz="4600">
                <a:solidFill>
                  <a:schemeClr val="lt1"/>
                </a:solidFill>
              </a:defRPr>
            </a:lvl8pPr>
            <a:lvl9pPr algn="ctr">
              <a:lnSpc>
                <a:spcPct val="100000"/>
              </a:lnSpc>
              <a:spcBef>
                <a:spcPts val="0"/>
              </a:spcBef>
              <a:spcAft>
                <a:spcPts val="0"/>
              </a:spcAft>
              <a:buClr>
                <a:schemeClr val="lt1"/>
              </a:buClr>
              <a:buSzPts val="4600"/>
              <a:buNone/>
              <a:defRPr sz="4600">
                <a:solidFill>
                  <a:schemeClr val="lt1"/>
                </a:solidFill>
              </a:defRPr>
            </a:lvl9pPr>
          </a:lstStyle>
          <a:p xmlns:a="http://schemas.openxmlformats.org/drawingml/2006/main"/>
        </p:txBody>
      </p:sp>
      <p:sp>
        <p:nvSpPr>
          <p:cNvPr id="116" name="Google Shape;116;p32">
            <a:extLst xmlns:a="http://schemas.openxmlformats.org/drawingml/2006/main">
              <a:ext uri="{FF2B5EF4-FFF2-40B4-BE49-F238E27FC236}">
                <a16:creationId xmlns:a16="http://schemas.microsoft.com/office/drawing/2014/main" id="{F5F17AF2-E1AE-4C54-B5E2-82552CCB67DD}"/>
              </a:ext>
            </a:extLst>
          </p:cNvPr>
          <p:cNvSpPr>
            <a:spLocks xmlns:a="http://schemas.openxmlformats.org/drawingml/2006/main" noGrp="1"/>
          </p:cNvSpPr>
          <p:nvPr>
            <p:ph type="subTitle" idx="1"/>
          </p:nvPr>
        </p:nvSpPr>
        <p:spPr>
          <a:xfrm xmlns:a="http://schemas.openxmlformats.org/drawingml/2006/main">
            <a:off x="265500" y="2921401"/>
            <a:ext cx="4045200" cy="134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Clr>
                <a:schemeClr val="lt1"/>
              </a:buClr>
              <a:buSzPts val="1900"/>
              <a:buNone/>
              <a:defRPr sz="1900">
                <a:solidFill>
                  <a:schemeClr val="lt1"/>
                </a:solidFill>
              </a:defRPr>
            </a:lvl1pPr>
            <a:lvl2pPr algn="ctr">
              <a:lnSpc>
                <a:spcPct val="100000"/>
              </a:lnSpc>
              <a:spcBef>
                <a:spcPts val="0"/>
              </a:spcBef>
              <a:spcAft>
                <a:spcPts val="0"/>
              </a:spcAft>
              <a:buClr>
                <a:schemeClr val="lt1"/>
              </a:buClr>
              <a:buSzPts val="1900"/>
              <a:buNone/>
              <a:defRPr sz="1900">
                <a:solidFill>
                  <a:schemeClr val="lt1"/>
                </a:solidFill>
              </a:defRPr>
            </a:lvl2pPr>
            <a:lvl3pPr algn="ctr">
              <a:lnSpc>
                <a:spcPct val="100000"/>
              </a:lnSpc>
              <a:spcBef>
                <a:spcPts val="0"/>
              </a:spcBef>
              <a:spcAft>
                <a:spcPts val="0"/>
              </a:spcAft>
              <a:buClr>
                <a:schemeClr val="lt1"/>
              </a:buClr>
              <a:buSzPts val="1900"/>
              <a:buNone/>
              <a:defRPr sz="1900">
                <a:solidFill>
                  <a:schemeClr val="lt1"/>
                </a:solidFill>
              </a:defRPr>
            </a:lvl3pPr>
            <a:lvl4pPr algn="ctr">
              <a:lnSpc>
                <a:spcPct val="100000"/>
              </a:lnSpc>
              <a:spcBef>
                <a:spcPts val="0"/>
              </a:spcBef>
              <a:spcAft>
                <a:spcPts val="0"/>
              </a:spcAft>
              <a:buClr>
                <a:schemeClr val="lt1"/>
              </a:buClr>
              <a:buSzPts val="1900"/>
              <a:buNone/>
              <a:defRPr sz="1900">
                <a:solidFill>
                  <a:schemeClr val="lt1"/>
                </a:solidFill>
              </a:defRPr>
            </a:lvl4pPr>
            <a:lvl5pPr algn="ctr">
              <a:lnSpc>
                <a:spcPct val="100000"/>
              </a:lnSpc>
              <a:spcBef>
                <a:spcPts val="0"/>
              </a:spcBef>
              <a:spcAft>
                <a:spcPts val="0"/>
              </a:spcAft>
              <a:buClr>
                <a:schemeClr val="lt1"/>
              </a:buClr>
              <a:buSzPts val="1900"/>
              <a:buNone/>
              <a:defRPr sz="1900">
                <a:solidFill>
                  <a:schemeClr val="lt1"/>
                </a:solidFill>
              </a:defRPr>
            </a:lvl5pPr>
            <a:lvl6pPr algn="ctr">
              <a:lnSpc>
                <a:spcPct val="100000"/>
              </a:lnSpc>
              <a:spcBef>
                <a:spcPts val="0"/>
              </a:spcBef>
              <a:spcAft>
                <a:spcPts val="0"/>
              </a:spcAft>
              <a:buClr>
                <a:schemeClr val="lt1"/>
              </a:buClr>
              <a:buSzPts val="1900"/>
              <a:buNone/>
              <a:defRPr sz="1900">
                <a:solidFill>
                  <a:schemeClr val="lt1"/>
                </a:solidFill>
              </a:defRPr>
            </a:lvl6pPr>
            <a:lvl7pPr algn="ctr">
              <a:lnSpc>
                <a:spcPct val="100000"/>
              </a:lnSpc>
              <a:spcBef>
                <a:spcPts val="0"/>
              </a:spcBef>
              <a:spcAft>
                <a:spcPts val="0"/>
              </a:spcAft>
              <a:buClr>
                <a:schemeClr val="lt1"/>
              </a:buClr>
              <a:buSzPts val="1900"/>
              <a:buNone/>
              <a:defRPr sz="1900">
                <a:solidFill>
                  <a:schemeClr val="lt1"/>
                </a:solidFill>
              </a:defRPr>
            </a:lvl7pPr>
            <a:lvl8pPr algn="ctr">
              <a:lnSpc>
                <a:spcPct val="100000"/>
              </a:lnSpc>
              <a:spcBef>
                <a:spcPts val="0"/>
              </a:spcBef>
              <a:spcAft>
                <a:spcPts val="0"/>
              </a:spcAft>
              <a:buClr>
                <a:schemeClr val="lt1"/>
              </a:buClr>
              <a:buSzPts val="1900"/>
              <a:buNone/>
              <a:defRPr sz="1900">
                <a:solidFill>
                  <a:schemeClr val="lt1"/>
                </a:solidFill>
              </a:defRPr>
            </a:lvl8pPr>
            <a:lvl9pPr algn="ctr">
              <a:lnSpc>
                <a:spcPct val="100000"/>
              </a:lnSpc>
              <a:spcBef>
                <a:spcPts val="0"/>
              </a:spcBef>
              <a:spcAft>
                <a:spcPts val="0"/>
              </a:spcAft>
              <a:buClr>
                <a:schemeClr val="lt1"/>
              </a:buClr>
              <a:buSzPts val="1900"/>
              <a:buNone/>
              <a:defRPr sz="1900">
                <a:solidFill>
                  <a:schemeClr val="lt1"/>
                </a:solidFill>
              </a:defRPr>
            </a:lvl9pPr>
          </a:lstStyle>
          <a:p xmlns:a="http://schemas.openxmlformats.org/drawingml/2006/main"/>
        </p:txBody>
      </p:sp>
      <p:sp>
        <p:nvSpPr>
          <p:cNvPr id="117" name="Google Shape;117;p32">
            <a:extLst xmlns:a="http://schemas.openxmlformats.org/drawingml/2006/main">
              <a:ext uri="{FF2B5EF4-FFF2-40B4-BE49-F238E27FC236}">
                <a16:creationId xmlns:a16="http://schemas.microsoft.com/office/drawing/2014/main" id="{F1EF5A84-44A2-4FFC-B9A3-87ABE2027C70}"/>
              </a:ext>
            </a:extLst>
          </p:cNvPr>
          <p:cNvSpPr>
            <a:spLocks xmlns:a="http://schemas.openxmlformats.org/drawingml/2006/main" noGrp="1"/>
          </p:cNvSpPr>
          <p:nvPr>
            <p:ph type="body" idx="2"/>
          </p:nvPr>
        </p:nvSpPr>
        <p:spPr>
          <a:xfrm xmlns:a="http://schemas.openxmlformats.org/drawingml/2006/main">
            <a:off x="4939500" y="724200"/>
            <a:ext cx="3837000" cy="369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118" name="Google Shape;118;p32">
            <a:extLst xmlns:a="http://schemas.openxmlformats.org/drawingml/2006/main">
              <a:ext uri="{FF2B5EF4-FFF2-40B4-BE49-F238E27FC236}">
                <a16:creationId xmlns:a16="http://schemas.microsoft.com/office/drawing/2014/main" id="{10AA8C54-4649-4C4D-8BED-9487B73CB96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19" name="Google Shape;119;p32">
            <a:extLst xmlns:a="http://schemas.openxmlformats.org/drawingml/2006/main">
              <a:ext uri="{FF2B5EF4-FFF2-40B4-BE49-F238E27FC236}">
                <a16:creationId xmlns:a16="http://schemas.microsoft.com/office/drawing/2014/main" id="{0D41B837-C77F-436C-8043-7E46CB6B8B1C}"/>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20.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121" name="Google Shape;121;p33">
            <a:extLst xmlns:a="http://schemas.openxmlformats.org/drawingml/2006/main">
              <a:ext uri="{FF2B5EF4-FFF2-40B4-BE49-F238E27FC236}">
                <a16:creationId xmlns:a16="http://schemas.microsoft.com/office/drawing/2014/main" id="{D053532B-087B-4F79-9CA5-11E37A5D6E98}"/>
              </a:ext>
            </a:extLst>
          </p:cNvPr>
          <p:cNvSpPr>
            <a:spLocks xmlns:a="http://schemas.openxmlformats.org/drawingml/2006/main" noGrp="1"/>
          </p:cNvSpPr>
          <p:nvPr>
            <p:ph type="body" idx="1"/>
          </p:nvPr>
        </p:nvSpPr>
        <p:spPr>
          <a:xfrm xmlns:a="http://schemas.openxmlformats.org/drawingml/2006/main">
            <a:off x="311700" y="4064725"/>
            <a:ext cx="5998800" cy="60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457200" indent="-228600" algn="l">
              <a:lnSpc>
                <a:spcPct val="100000"/>
              </a:lnSpc>
              <a:spcBef>
                <a:spcPts val="0"/>
              </a:spcBef>
              <a:spcAft>
                <a:spcPts val="0"/>
              </a:spcAft>
              <a:buSzPts val="2100"/>
              <a:buFont typeface="Oswald"/>
              <a:buNone/>
              <a:defRPr sz="2100">
                <a:latin typeface="Oswald"/>
                <a:ea typeface="Oswald"/>
                <a:cs typeface="Oswald"/>
              </a:defRPr>
            </a:lvl1pPr>
          </a:lstStyle>
          <a:p xmlns:a="http://schemas.openxmlformats.org/drawingml/2006/main"/>
        </p:txBody>
      </p:sp>
      <p:sp>
        <p:nvSpPr>
          <p:cNvPr id="122" name="Google Shape;122;p33">
            <a:extLst xmlns:a="http://schemas.openxmlformats.org/drawingml/2006/main">
              <a:ext uri="{FF2B5EF4-FFF2-40B4-BE49-F238E27FC236}">
                <a16:creationId xmlns:a16="http://schemas.microsoft.com/office/drawing/2014/main" id="{6D0DDC59-37C5-42D0-B0D8-4785DB9E5CF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23" name="Google Shape;123;p33">
            <a:extLst xmlns:a="http://schemas.openxmlformats.org/drawingml/2006/main">
              <a:ext uri="{FF2B5EF4-FFF2-40B4-BE49-F238E27FC236}">
                <a16:creationId xmlns:a16="http://schemas.microsoft.com/office/drawing/2014/main" id="{25798672-46BD-4019-9EDF-619E02427938}"/>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21.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cxnSp>
        <p:nvCxnSpPr>
          <p:cNvPr id="130" name="Google Shape;125;p34"/>
          <p:cNvCxnSpPr/>
          <p:nvPr/>
        </p:nvCxnSpPr>
        <p:spPr>
          <a:xfrm xmlns:a="http://schemas.openxmlformats.org/drawingml/2006/main">
            <a:off x="413275" y="2988275"/>
            <a:ext cx="910500" cy="0"/>
          </a:xfrm>
          <a:prstGeom xmlns:a="http://schemas.openxmlformats.org/drawingml/2006/main" prst="straightConnector1">
            <a:avLst/>
          </a:prstGeom>
          <a:ln xmlns:a="http://schemas.openxmlformats.org/drawingml/2006/main" w="28575" cap="flat">
            <a:solidFill>
              <a:schemeClr val="dk1"/>
            </a:solidFill>
            <a:prstDash val="lgDash"/>
            <a:round/>
            <a:headEnd type="none" w="sm" len="sm"/>
            <a:tailEnd type="none" w="sm" len="sm"/>
          </a:ln>
        </p:spPr>
      </p:cxnSp>
      <p:sp>
        <p:nvSpPr>
          <p:cNvPr id="126" name="Google Shape;126;p34">
            <a:extLst xmlns:a="http://schemas.openxmlformats.org/drawingml/2006/main">
              <a:ext uri="{FF2B5EF4-FFF2-40B4-BE49-F238E27FC236}">
                <a16:creationId xmlns:a16="http://schemas.microsoft.com/office/drawing/2014/main" id="{040D2E6A-5A17-486C-814A-A029F038283F}"/>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algn="l">
              <a:lnSpc>
                <a:spcPct val="100000"/>
              </a:lnSpc>
              <a:spcBef>
                <a:spcPts val="0"/>
              </a:spcBef>
              <a:spcAft>
                <a:spcPts val="0"/>
              </a:spcAft>
              <a:buSzPts val="12000"/>
              <a:buNone/>
              <a:defRPr sz="12000"/>
            </a:lvl1pPr>
            <a:lvl2pPr algn="l">
              <a:lnSpc>
                <a:spcPct val="100000"/>
              </a:lnSpc>
              <a:spcBef>
                <a:spcPts val="0"/>
              </a:spcBef>
              <a:spcAft>
                <a:spcPts val="0"/>
              </a:spcAft>
              <a:buSzPts val="12000"/>
              <a:buNone/>
              <a:defRPr sz="12000"/>
            </a:lvl2pPr>
            <a:lvl3pPr algn="l">
              <a:lnSpc>
                <a:spcPct val="100000"/>
              </a:lnSpc>
              <a:spcBef>
                <a:spcPts val="0"/>
              </a:spcBef>
              <a:spcAft>
                <a:spcPts val="0"/>
              </a:spcAft>
              <a:buSzPts val="12000"/>
              <a:buNone/>
              <a:defRPr sz="12000"/>
            </a:lvl3pPr>
            <a:lvl4pPr algn="l">
              <a:lnSpc>
                <a:spcPct val="100000"/>
              </a:lnSpc>
              <a:spcBef>
                <a:spcPts val="0"/>
              </a:spcBef>
              <a:spcAft>
                <a:spcPts val="0"/>
              </a:spcAft>
              <a:buSzPts val="12000"/>
              <a:buNone/>
              <a:defRPr sz="12000"/>
            </a:lvl4pPr>
            <a:lvl5pPr algn="l">
              <a:lnSpc>
                <a:spcPct val="100000"/>
              </a:lnSpc>
              <a:spcBef>
                <a:spcPts val="0"/>
              </a:spcBef>
              <a:spcAft>
                <a:spcPts val="0"/>
              </a:spcAft>
              <a:buSzPts val="12000"/>
              <a:buNone/>
              <a:defRPr sz="12000"/>
            </a:lvl5pPr>
            <a:lvl6pPr algn="l">
              <a:lnSpc>
                <a:spcPct val="100000"/>
              </a:lnSpc>
              <a:spcBef>
                <a:spcPts val="0"/>
              </a:spcBef>
              <a:spcAft>
                <a:spcPts val="0"/>
              </a:spcAft>
              <a:buSzPts val="12000"/>
              <a:buNone/>
              <a:defRPr sz="12000"/>
            </a:lvl6pPr>
            <a:lvl7pPr algn="l">
              <a:lnSpc>
                <a:spcPct val="100000"/>
              </a:lnSpc>
              <a:spcBef>
                <a:spcPts val="0"/>
              </a:spcBef>
              <a:spcAft>
                <a:spcPts val="0"/>
              </a:spcAft>
              <a:buSzPts val="12000"/>
              <a:buNone/>
              <a:defRPr sz="12000"/>
            </a:lvl7pPr>
            <a:lvl8pPr algn="l">
              <a:lnSpc>
                <a:spcPct val="100000"/>
              </a:lnSpc>
              <a:spcBef>
                <a:spcPts val="0"/>
              </a:spcBef>
              <a:spcAft>
                <a:spcPts val="0"/>
              </a:spcAft>
              <a:buSzPts val="12000"/>
              <a:buNone/>
              <a:defRPr sz="12000"/>
            </a:lvl8pPr>
            <a:lvl9pPr algn="l">
              <a:lnSpc>
                <a:spcPct val="100000"/>
              </a:lnSpc>
              <a:spcBef>
                <a:spcPts val="0"/>
              </a:spcBef>
              <a:spcAft>
                <a:spcPts val="0"/>
              </a:spcAft>
              <a:buSzPts val="12000"/>
              <a:buNone/>
              <a:defRPr sz="12000"/>
            </a:lvl9pPr>
          </a:lstStyle>
          <a:p xmlns:a="http://schemas.openxmlformats.org/drawingml/2006/main">
            <a:r>
              <a:t>xx%</a:t>
            </a:r>
          </a:p>
        </p:txBody>
      </p:sp>
      <p:sp>
        <p:nvSpPr>
          <p:cNvPr id="127" name="Google Shape;127;p34">
            <a:extLst xmlns:a="http://schemas.openxmlformats.org/drawingml/2006/main">
              <a:ext uri="{FF2B5EF4-FFF2-40B4-BE49-F238E27FC236}">
                <a16:creationId xmlns:a16="http://schemas.microsoft.com/office/drawing/2014/main" id="{22557A18-1949-456C-BEA2-BF1FADAC2E3A}"/>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gn="l">
              <a:lnSpc>
                <a:spcPct val="115000"/>
              </a:lnSpc>
              <a:spcBef>
                <a:spcPts val="0"/>
              </a:spcBef>
              <a:spcAft>
                <a:spcPts val="0"/>
              </a:spcAft>
              <a:buSzPts val="1800"/>
              <a:buChar char="●"/>
              <a:defRPr/>
            </a:lvl1pPr>
            <a:lvl2pPr marL="914400" indent="-317500" algn="l">
              <a:lnSpc>
                <a:spcPct val="115000"/>
              </a:lnSpc>
              <a:spcBef>
                <a:spcPts val="0"/>
              </a:spcBef>
              <a:spcAft>
                <a:spcPts val="0"/>
              </a:spcAft>
              <a:buSzPts val="1400"/>
              <a:buChar char="○"/>
              <a:defRPr/>
            </a:lvl2pPr>
            <a:lvl3pPr marL="1371600" indent="-317500" algn="l">
              <a:lnSpc>
                <a:spcPct val="115000"/>
              </a:lnSpc>
              <a:spcBef>
                <a:spcPts val="0"/>
              </a:spcBef>
              <a:spcAft>
                <a:spcPts val="0"/>
              </a:spcAft>
              <a:buSzPts val="1400"/>
              <a:buChar char="■"/>
              <a:defRPr/>
            </a:lvl3pPr>
            <a:lvl4pPr marL="1828800" indent="-317500" algn="l">
              <a:lnSpc>
                <a:spcPct val="115000"/>
              </a:lnSpc>
              <a:spcBef>
                <a:spcPts val="0"/>
              </a:spcBef>
              <a:spcAft>
                <a:spcPts val="0"/>
              </a:spcAft>
              <a:buSzPts val="1400"/>
              <a:buChar char="●"/>
              <a:defRPr/>
            </a:lvl4pPr>
            <a:lvl5pPr marL="2286000" indent="-317500" algn="l">
              <a:lnSpc>
                <a:spcPct val="115000"/>
              </a:lnSpc>
              <a:spcBef>
                <a:spcPts val="0"/>
              </a:spcBef>
              <a:spcAft>
                <a:spcPts val="0"/>
              </a:spcAft>
              <a:buSzPts val="1400"/>
              <a:buChar char="○"/>
              <a:defRPr/>
            </a:lvl5pPr>
            <a:lvl6pPr marL="2743200" indent="-317500" algn="l">
              <a:lnSpc>
                <a:spcPct val="115000"/>
              </a:lnSpc>
              <a:spcBef>
                <a:spcPts val="0"/>
              </a:spcBef>
              <a:spcAft>
                <a:spcPts val="0"/>
              </a:spcAft>
              <a:buSzPts val="1400"/>
              <a:buChar char="■"/>
              <a:defRPr/>
            </a:lvl6pPr>
            <a:lvl7pPr marL="3200400" indent="-317500" algn="l">
              <a:lnSpc>
                <a:spcPct val="115000"/>
              </a:lnSpc>
              <a:spcBef>
                <a:spcPts val="0"/>
              </a:spcBef>
              <a:spcAft>
                <a:spcPts val="0"/>
              </a:spcAft>
              <a:buSzPts val="1400"/>
              <a:buChar char="●"/>
              <a:defRPr/>
            </a:lvl7pPr>
            <a:lvl8pPr marL="3657600" indent="-317500" algn="l">
              <a:lnSpc>
                <a:spcPct val="115000"/>
              </a:lnSpc>
              <a:spcBef>
                <a:spcPts val="0"/>
              </a:spcBef>
              <a:spcAft>
                <a:spcPts val="0"/>
              </a:spcAft>
              <a:buSzPts val="1400"/>
              <a:buChar char="○"/>
              <a:defRPr/>
            </a:lvl8pPr>
            <a:lvl9pPr marL="4114800" indent="-317500" algn="l">
              <a:lnSpc>
                <a:spcPct val="115000"/>
              </a:lnSpc>
              <a:spcBef>
                <a:spcPts val="0"/>
              </a:spcBef>
              <a:spcAft>
                <a:spcPts val="0"/>
              </a:spcAft>
              <a:buSzPts val="1400"/>
              <a:buChar char="■"/>
              <a:defRPr/>
            </a:lvl9pPr>
          </a:lstStyle>
          <a:p xmlns:a="http://schemas.openxmlformats.org/drawingml/2006/main"/>
        </p:txBody>
      </p:sp>
      <p:sp>
        <p:nvSpPr>
          <p:cNvPr id="128" name="Google Shape;128;p34">
            <a:extLst xmlns:a="http://schemas.openxmlformats.org/drawingml/2006/main">
              <a:ext uri="{FF2B5EF4-FFF2-40B4-BE49-F238E27FC236}">
                <a16:creationId xmlns:a16="http://schemas.microsoft.com/office/drawing/2014/main" id="{18649576-97DD-49E5-BD40-BF8B003B502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29" name="Google Shape;129;p34">
            <a:extLst xmlns:a="http://schemas.openxmlformats.org/drawingml/2006/main">
              <a:ext uri="{FF2B5EF4-FFF2-40B4-BE49-F238E27FC236}">
                <a16:creationId xmlns:a16="http://schemas.microsoft.com/office/drawing/2014/main" id="{D9D029EF-875A-472D-8D9C-FD6A0EF4560F}"/>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Layouts/slideLayout22.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131" name="Google Shape;131;p35">
            <a:extLst xmlns:a="http://schemas.openxmlformats.org/drawingml/2006/main">
              <a:ext uri="{FF2B5EF4-FFF2-40B4-BE49-F238E27FC236}">
                <a16:creationId xmlns:a16="http://schemas.microsoft.com/office/drawing/2014/main" id="{19D3DC0D-C290-4A2D-A1A9-00D012B4DC4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132" name="Google Shape;132;p35">
            <a:extLst xmlns:a="http://schemas.openxmlformats.org/drawingml/2006/main">
              <a:ext uri="{FF2B5EF4-FFF2-40B4-BE49-F238E27FC236}">
                <a16:creationId xmlns:a16="http://schemas.microsoft.com/office/drawing/2014/main" id="{77423B79-72E0-4497-97B9-84158F6CDF14}"/>
              </a:ext>
            </a:extLst>
          </p:cNvPr>
          <p:cNvSpPr>
            <a:spLocks xmlns:a="http://schemas.openxmlformats.org/drawingml/2006/main" noGrp="1"/>
          </p:cNvSpPr>
          <p:nvPr/>
        </p:nvSpPr>
        <p:spPr>
          <a:xfrm xmlns:a="http://schemas.openxmlformats.org/drawingml/2006/main">
            <a:off x="311700" y="4669825"/>
            <a:ext cx="8282400" cy="380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900"/>
              <a:buFont typeface="Arial"/>
              <a:buNone/>
            </a:pPr>
            <a:r>
              <a:rPr sz="900" b="0" i="0" u="none" cap="none">
                <a:solidFill>
                  <a:schemeClr val="dk2"/>
                </a:solidFill>
                <a:latin typeface="Source Code Pro"/>
                <a:ea typeface="Source Code Pro"/>
                <a:cs typeface="Source Code Pro"/>
              </a:rPr>
              <a:t>Complete Prompt Engineering for Generative AI (2026)</a:t>
            </a:r>
            <a:endParaRPr sz="900" b="0" i="0" u="none" cap="none">
              <a:solidFill>
                <a:schemeClr val="dk2"/>
              </a:solidFill>
              <a:latin typeface="Source Code Pro"/>
              <a:ea typeface="Source Code Pro"/>
              <a:cs typeface="Source Code Pro"/>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7149a5399e4f1f" /><Relationship Type="http://schemas.openxmlformats.org/officeDocument/2006/relationships/slideLayout" Target="/ppt/slideLayouts/slideLayout1.xml" Id="Rcc3c5e408ec14bc6" /><Relationship Type="http://schemas.openxmlformats.org/officeDocument/2006/relationships/slideLayout" Target="/ppt/slideLayouts/slideLayout2.xml" Id="R2c6083086096431c" /><Relationship Type="http://schemas.openxmlformats.org/officeDocument/2006/relationships/slideLayout" Target="/ppt/slideLayouts/slideLayout3.xml" Id="R2160c943145a49ae" /><Relationship Type="http://schemas.openxmlformats.org/officeDocument/2006/relationships/slideLayout" Target="/ppt/slideLayouts/slideLayout4.xml" Id="R358b667aedc840fd" /><Relationship Type="http://schemas.openxmlformats.org/officeDocument/2006/relationships/slideLayout" Target="/ppt/slideLayouts/slideLayout5.xml" Id="R5cb8e655eac24287" /><Relationship Type="http://schemas.openxmlformats.org/officeDocument/2006/relationships/slideLayout" Target="/ppt/slideLayouts/slideLayout6.xml" Id="Rd6c69a3d3b6541a1" /><Relationship Type="http://schemas.openxmlformats.org/officeDocument/2006/relationships/slideLayout" Target="/ppt/slideLayouts/slideLayout7.xml" Id="Rfc2728bd85064cc7" /><Relationship Type="http://schemas.openxmlformats.org/officeDocument/2006/relationships/slideLayout" Target="/ppt/slideLayouts/slideLayout8.xml" Id="R20b8aa28626c48c4" /><Relationship Type="http://schemas.openxmlformats.org/officeDocument/2006/relationships/slideLayout" Target="/ppt/slideLayouts/slideLayout9.xml" Id="Rfea60aa008e64188" /><Relationship Type="http://schemas.openxmlformats.org/officeDocument/2006/relationships/slideLayout" Target="/ppt/slideLayouts/slideLayout10.xml" Id="Recfbf5cefb514ac0" /><Relationship Type="http://schemas.openxmlformats.org/officeDocument/2006/relationships/slideLayout" Target="/ppt/slideLayouts/slideLayout11.xml" Id="R23a6e58bf5204aa4"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0a2aa3e465654140" /><Relationship Type="http://schemas.openxmlformats.org/officeDocument/2006/relationships/slideLayout" Target="/ppt/slideLayouts/slideLayout12.xml" Id="R874d3b38d315440f" /><Relationship Type="http://schemas.openxmlformats.org/officeDocument/2006/relationships/slideLayout" Target="/ppt/slideLayouts/slideLayout13.xml" Id="Rb827e578fb444025" /><Relationship Type="http://schemas.openxmlformats.org/officeDocument/2006/relationships/slideLayout" Target="/ppt/slideLayouts/slideLayout14.xml" Id="R4b4ec5576a3f4520" /><Relationship Type="http://schemas.openxmlformats.org/officeDocument/2006/relationships/slideLayout" Target="/ppt/slideLayouts/slideLayout15.xml" Id="Rb2cb2318c9bb4dab" /><Relationship Type="http://schemas.openxmlformats.org/officeDocument/2006/relationships/slideLayout" Target="/ppt/slideLayouts/slideLayout16.xml" Id="Rf91bdcdf1bce479c" /><Relationship Type="http://schemas.openxmlformats.org/officeDocument/2006/relationships/slideLayout" Target="/ppt/slideLayouts/slideLayout17.xml" Id="R4e55954284eb4fac" /><Relationship Type="http://schemas.openxmlformats.org/officeDocument/2006/relationships/slideLayout" Target="/ppt/slideLayouts/slideLayout18.xml" Id="R04b922f55b3346e7" /><Relationship Type="http://schemas.openxmlformats.org/officeDocument/2006/relationships/slideLayout" Target="/ppt/slideLayouts/slideLayout19.xml" Id="Rb23af021a449443a" /><Relationship Type="http://schemas.openxmlformats.org/officeDocument/2006/relationships/slideLayout" Target="/ppt/slideLayouts/slideLayout20.xml" Id="R1fd68eda40514417" /><Relationship Type="http://schemas.openxmlformats.org/officeDocument/2006/relationships/slideLayout" Target="/ppt/slideLayouts/slideLayout21.xml" Id="R1aa21c482fbf4ca9" /><Relationship Type="http://schemas.openxmlformats.org/officeDocument/2006/relationships/slideLayout" Target="/ppt/slideLayouts/slideLayout22.xml" Id="R04bc8c1e8c624bf7" /></Relationships>
</file>

<file path=ppt/slideMasters/slideMaster1.xml><?xml version="1.0" encoding="utf-8"?>
<p:sldMaster xmlns:p="http://schemas.openxmlformats.org/presentationml/2006/main">
  <p:cSld name="modern-writer">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2">
            <a:extLst xmlns:a="http://schemas.openxmlformats.org/drawingml/2006/main">
              <a:ext uri="{FF2B5EF4-FFF2-40B4-BE49-F238E27FC236}">
                <a16:creationId xmlns:a16="http://schemas.microsoft.com/office/drawing/2014/main" id="{400C146D-515E-49F5-BDD9-FAF5A5DB72B6}"/>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1pPr>
            <a:lvl2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2pPr>
            <a:lvl3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3pPr>
            <a:lvl4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4pPr>
            <a:lvl5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5pPr>
            <a:lvl6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6pPr>
            <a:lvl7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7pPr>
            <a:lvl8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8pPr>
            <a:lvl9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9pPr>
          </a:lstStyle>
          <a:p xmlns:a="http://schemas.openxmlformats.org/drawingml/2006/main"/>
        </p:txBody>
      </p:sp>
      <p:sp>
        <p:nvSpPr>
          <p:cNvPr id="7" name="Google Shape;7;p12">
            <a:extLst xmlns:a="http://schemas.openxmlformats.org/drawingml/2006/main">
              <a:ext uri="{FF2B5EF4-FFF2-40B4-BE49-F238E27FC236}">
                <a16:creationId xmlns:a16="http://schemas.microsoft.com/office/drawing/2014/main" id="{9C060993-73DC-4288-B304-76F195693414}"/>
              </a:ext>
            </a:extLst>
          </p:cNvPr>
          <p:cNvSpPr>
            <a:spLocks xmlns:a="http://schemas.openxmlformats.org/drawingml/2006/main" noGrp="1"/>
          </p:cNvSpPr>
          <p:nvPr>
            <p:ph type="body" idx="1"/>
          </p:nvPr>
        </p:nvSpPr>
        <p:spPr>
          <a:xfrm xmlns:a="http://schemas.openxmlformats.org/drawingml/2006/main">
            <a:off x="311700" y="1468825"/>
            <a:ext cx="85206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42900" algn="l">
              <a:lnSpc>
                <a:spcPct val="115000"/>
              </a:lnSpc>
              <a:spcBef>
                <a:spcPts val="0"/>
              </a:spcBef>
              <a:spcAft>
                <a:spcPts val="0"/>
              </a:spcAft>
              <a:buClr>
                <a:schemeClr val="dk2"/>
              </a:buClr>
              <a:buSzPts val="1800"/>
              <a:buFont typeface="Source Code Pro"/>
              <a:buChar char="●"/>
              <a:defRPr sz="1800" b="0" i="0" u="none" cap="none">
                <a:solidFill>
                  <a:schemeClr val="dk2"/>
                </a:solidFill>
                <a:latin typeface="Source Code Pro"/>
                <a:ea typeface="Source Code Pro"/>
                <a:cs typeface="Source Code Pro"/>
              </a:defRPr>
            </a:lvl1pPr>
            <a:lvl2pPr marL="9144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2pPr>
            <a:lvl3pPr marL="13716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3pPr>
            <a:lvl4pPr marL="18288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4pPr>
            <a:lvl5pPr marL="22860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5pPr>
            <a:lvl6pPr marL="27432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6pPr>
            <a:lvl7pPr marL="32004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7pPr>
            <a:lvl8pPr marL="36576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8pPr>
            <a:lvl9pPr marL="41148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9pPr>
          </a:lstStyle>
          <a:p xmlns:a="http://schemas.openxmlformats.org/drawingml/2006/main"/>
        </p:txBody>
      </p:sp>
      <p:sp>
        <p:nvSpPr>
          <p:cNvPr id="8" name="Google Shape;8;p12">
            <a:extLst xmlns:a="http://schemas.openxmlformats.org/drawingml/2006/main">
              <a:ext uri="{FF2B5EF4-FFF2-40B4-BE49-F238E27FC236}">
                <a16:creationId xmlns:a16="http://schemas.microsoft.com/office/drawing/2014/main" id="{CB846E54-E415-4ABB-9719-941AFB48E27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cc3c5e408ec14bc6"/>
    <p:sldLayoutId xmlns:r="http://schemas.openxmlformats.org/officeDocument/2006/relationships" id="2147483650" r:id="R2c6083086096431c"/>
    <p:sldLayoutId xmlns:r="http://schemas.openxmlformats.org/officeDocument/2006/relationships" id="2147483651" r:id="R2160c943145a49ae"/>
    <p:sldLayoutId xmlns:r="http://schemas.openxmlformats.org/officeDocument/2006/relationships" id="2147483652" r:id="R358b667aedc840fd"/>
    <p:sldLayoutId xmlns:r="http://schemas.openxmlformats.org/officeDocument/2006/relationships" id="2147483653" r:id="R5cb8e655eac24287"/>
    <p:sldLayoutId xmlns:r="http://schemas.openxmlformats.org/officeDocument/2006/relationships" id="2147483654" r:id="Rd6c69a3d3b6541a1"/>
    <p:sldLayoutId xmlns:r="http://schemas.openxmlformats.org/officeDocument/2006/relationships" id="2147483655" r:id="Rfc2728bd85064cc7"/>
    <p:sldLayoutId xmlns:r="http://schemas.openxmlformats.org/officeDocument/2006/relationships" id="2147483656" r:id="R20b8aa28626c48c4"/>
    <p:sldLayoutId xmlns:r="http://schemas.openxmlformats.org/officeDocument/2006/relationships" id="2147483657" r:id="Rfea60aa008e64188"/>
    <p:sldLayoutId xmlns:r="http://schemas.openxmlformats.org/officeDocument/2006/relationships" id="2147483658" r:id="Recfbf5cefb514ac0"/>
    <p:sldLayoutId xmlns:r="http://schemas.openxmlformats.org/officeDocument/2006/relationships" id="2147483659" r:id="R23a6e58bf5204aa4"/>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name="modern-writer">
    <p:bg>
      <p:bgPr>
        <a:solidFill xmlns:a="http://schemas.openxmlformats.org/drawingml/2006/main">
          <a:schemeClr val="lt1"/>
        </a:solidFill>
      </p:bgPr>
    </p:bg>
    <p:spTree>
      <p:nvGrpSpPr>
        <p:cNvPr id="1" name=""/>
        <p:cNvGrpSpPr/>
        <p:nvPr/>
      </p:nvGrpSpPr>
      <p:grpSpPr>
        <a:xfrm xmlns:a="http://schemas.openxmlformats.org/drawingml/2006/main"/>
      </p:grpSpPr>
      <p:sp>
        <p:nvSpPr>
          <p:cNvPr id="70" name="Google Shape;70;p24">
            <a:extLst xmlns:a="http://schemas.openxmlformats.org/drawingml/2006/main">
              <a:ext uri="{FF2B5EF4-FFF2-40B4-BE49-F238E27FC236}">
                <a16:creationId xmlns:a16="http://schemas.microsoft.com/office/drawing/2014/main" id="{B20D99ED-959C-4D83-849F-CEE7E4DD2441}"/>
              </a:ext>
            </a:extLst>
          </p:cNvPr>
          <p:cNvSpPr>
            <a:spLocks xmlns:a="http://schemas.openxmlformats.org/drawingml/2006/main" noGrp="1"/>
          </p:cNvSpPr>
          <p:nvPr>
            <p:ph type="title" idx="0"/>
          </p:nvPr>
        </p:nvSpPr>
        <p:spPr>
          <a:xfrm xmlns:a="http://schemas.openxmlformats.org/drawingml/2006/main">
            <a:off x="311700" y="372500"/>
            <a:ext cx="8520600" cy="7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b">
            <a:normAutofit/>
          </a:bodyPr>
          <a:lstStyle xmlns:a="http://schemas.openxmlformats.org/drawingml/2006/main">
            <a:lvl1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1pPr>
            <a:lvl2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2pPr>
            <a:lvl3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3pPr>
            <a:lvl4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4pPr>
            <a:lvl5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5pPr>
            <a:lvl6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6pPr>
            <a:lvl7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7pPr>
            <a:lvl8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8pPr>
            <a:lvl9pPr marR="0" algn="l">
              <a:lnSpc>
                <a:spcPct val="100000"/>
              </a:lnSpc>
              <a:spcBef>
                <a:spcPts val="0"/>
              </a:spcBef>
              <a:spcAft>
                <a:spcPts val="0"/>
              </a:spcAft>
              <a:buClr>
                <a:schemeClr val="dk2"/>
              </a:buClr>
              <a:buSzPts val="3000"/>
              <a:buFont typeface="Oswald"/>
              <a:buNone/>
              <a:defRPr sz="3000" b="0" i="0" u="none" cap="none">
                <a:solidFill>
                  <a:schemeClr val="dk2"/>
                </a:solidFill>
                <a:latin typeface="Oswald"/>
                <a:ea typeface="Oswald"/>
                <a:cs typeface="Oswald"/>
              </a:defRPr>
            </a:lvl9pPr>
          </a:lstStyle>
          <a:p xmlns:a="http://schemas.openxmlformats.org/drawingml/2006/main"/>
        </p:txBody>
      </p:sp>
      <p:sp>
        <p:nvSpPr>
          <p:cNvPr id="71" name="Google Shape;71;p24">
            <a:extLst xmlns:a="http://schemas.openxmlformats.org/drawingml/2006/main">
              <a:ext uri="{FF2B5EF4-FFF2-40B4-BE49-F238E27FC236}">
                <a16:creationId xmlns:a16="http://schemas.microsoft.com/office/drawing/2014/main" id="{09219B0E-7C5D-4E2F-8C14-5D6FBE1942DB}"/>
              </a:ext>
            </a:extLst>
          </p:cNvPr>
          <p:cNvSpPr>
            <a:spLocks xmlns:a="http://schemas.openxmlformats.org/drawingml/2006/main" noGrp="1"/>
          </p:cNvSpPr>
          <p:nvPr>
            <p:ph type="body" idx="1"/>
          </p:nvPr>
        </p:nvSpPr>
        <p:spPr>
          <a:xfrm xmlns:a="http://schemas.openxmlformats.org/drawingml/2006/main">
            <a:off x="311700" y="1468825"/>
            <a:ext cx="8520600" cy="3099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42900" algn="l">
              <a:lnSpc>
                <a:spcPct val="115000"/>
              </a:lnSpc>
              <a:spcBef>
                <a:spcPts val="0"/>
              </a:spcBef>
              <a:spcAft>
                <a:spcPts val="0"/>
              </a:spcAft>
              <a:buClr>
                <a:schemeClr val="dk2"/>
              </a:buClr>
              <a:buSzPts val="1800"/>
              <a:buFont typeface="Source Code Pro"/>
              <a:buChar char="●"/>
              <a:defRPr sz="1800" b="0" i="0" u="none" cap="none">
                <a:solidFill>
                  <a:schemeClr val="dk2"/>
                </a:solidFill>
                <a:latin typeface="Source Code Pro"/>
                <a:ea typeface="Source Code Pro"/>
                <a:cs typeface="Source Code Pro"/>
              </a:defRPr>
            </a:lvl1pPr>
            <a:lvl2pPr marL="9144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2pPr>
            <a:lvl3pPr marL="13716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3pPr>
            <a:lvl4pPr marL="18288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4pPr>
            <a:lvl5pPr marL="22860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5pPr>
            <a:lvl6pPr marL="27432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6pPr>
            <a:lvl7pPr marL="32004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7pPr>
            <a:lvl8pPr marL="36576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8pPr>
            <a:lvl9pPr marL="4114800" marR="0" indent="-317500" algn="l">
              <a:lnSpc>
                <a:spcPct val="115000"/>
              </a:lnSpc>
              <a:spcBef>
                <a:spcPts val="0"/>
              </a:spcBef>
              <a:spcAft>
                <a:spcPts val="0"/>
              </a:spcAft>
              <a:buClr>
                <a:schemeClr val="dk2"/>
              </a:buClr>
              <a:buSzPts val="1400"/>
              <a:buFont typeface="Source Code Pro"/>
              <a:buChar char="■"/>
              <a:defRPr sz="1400" b="0" i="0" u="none" cap="none">
                <a:solidFill>
                  <a:schemeClr val="dk2"/>
                </a:solidFill>
                <a:latin typeface="Source Code Pro"/>
                <a:ea typeface="Source Code Pro"/>
                <a:cs typeface="Source Code Pro"/>
              </a:defRPr>
            </a:lvl9pPr>
          </a:lstStyle>
          <a:p xmlns:a="http://schemas.openxmlformats.org/drawingml/2006/main"/>
        </p:txBody>
      </p:sp>
      <p:sp>
        <p:nvSpPr>
          <p:cNvPr id="72" name="Google Shape;72;p24">
            <a:extLst xmlns:a="http://schemas.openxmlformats.org/drawingml/2006/main">
              <a:ext uri="{FF2B5EF4-FFF2-40B4-BE49-F238E27FC236}">
                <a16:creationId xmlns:a16="http://schemas.microsoft.com/office/drawing/2014/main" id="{E15CF694-2CA9-44C3-91A9-5E0A8EC1BEC6}"/>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1pPr>
            <a:lvl2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2pPr>
            <a:lvl3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3pPr>
            <a:lvl4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4pPr>
            <a:lvl5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5pPr>
            <a:lvl6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6pPr>
            <a:lvl7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7pPr>
            <a:lvl8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8pPr>
            <a:lvl9pPr marL="0" marR="0" indent="0" algn="r">
              <a:lnSpc>
                <a:spcPct val="100000"/>
              </a:lnSpc>
              <a:spcBef>
                <a:spcPts val="0"/>
              </a:spcBef>
              <a:spcAft>
                <a:spcPts val="0"/>
              </a:spcAft>
              <a:buClr>
                <a:srgbClr val="000000"/>
              </a:buClr>
              <a:buSzPts val="1000"/>
              <a:buFont typeface="Arial"/>
              <a:buNone/>
              <a:defRPr sz="1000" b="0" i="0" u="none" cap="none">
                <a:solidFill>
                  <a:schemeClr val="dk2"/>
                </a:solidFill>
                <a:latin typeface="Source Code Pro"/>
                <a:ea typeface="Source Code Pro"/>
                <a:cs typeface="Source Code Pr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61" r:id="R874d3b38d315440f"/>
    <p:sldLayoutId xmlns:r="http://schemas.openxmlformats.org/officeDocument/2006/relationships" id="2147483662" r:id="Rb827e578fb444025"/>
    <p:sldLayoutId xmlns:r="http://schemas.openxmlformats.org/officeDocument/2006/relationships" id="2147483663" r:id="R4b4ec5576a3f4520"/>
    <p:sldLayoutId xmlns:r="http://schemas.openxmlformats.org/officeDocument/2006/relationships" id="2147483664" r:id="Rb2cb2318c9bb4dab"/>
    <p:sldLayoutId xmlns:r="http://schemas.openxmlformats.org/officeDocument/2006/relationships" id="2147483665" r:id="Rf91bdcdf1bce479c"/>
    <p:sldLayoutId xmlns:r="http://schemas.openxmlformats.org/officeDocument/2006/relationships" id="2147483666" r:id="R4e55954284eb4fac"/>
    <p:sldLayoutId xmlns:r="http://schemas.openxmlformats.org/officeDocument/2006/relationships" id="2147483667" r:id="R04b922f55b3346e7"/>
    <p:sldLayoutId xmlns:r="http://schemas.openxmlformats.org/officeDocument/2006/relationships" id="2147483668" r:id="Rb23af021a449443a"/>
    <p:sldLayoutId xmlns:r="http://schemas.openxmlformats.org/officeDocument/2006/relationships" id="2147483669" r:id="R1fd68eda40514417"/>
    <p:sldLayoutId xmlns:r="http://schemas.openxmlformats.org/officeDocument/2006/relationships" id="2147483670" r:id="R1aa21c482fbf4ca9"/>
    <p:sldLayoutId xmlns:r="http://schemas.openxmlformats.org/officeDocument/2006/relationships" id="2147483671" r:id="R04bc8c1e8c624bf7"/>
  </p:sldLayoutIdLst>
  <p:hf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2e13d31405d453d" /><Relationship Type="http://schemas.openxmlformats.org/officeDocument/2006/relationships/notesSlide" Target="/ppt/notesSlides/notesSlide1.xml" Id="Rf3bea68e71294c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907912dfb1454391" /><Relationship Type="http://schemas.openxmlformats.org/officeDocument/2006/relationships/image" Target="/ppt/media/image.png" Id="R39be292f879d4b8b" /><Relationship Type="http://schemas.openxmlformats.org/officeDocument/2006/relationships/image" Target="/ppt/media/image2.png" Id="R7f9dd885581640c4" /><Relationship Type="http://schemas.openxmlformats.org/officeDocument/2006/relationships/notesSlide" Target="/ppt/notesSlides/notesSlide2.xml" Id="Re8667c403c0b4f1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077dc07e7df4f2c" /><Relationship Type="http://schemas.openxmlformats.org/officeDocument/2006/relationships/image" Target="/ppt/media/image3.png" Id="Rb3f491533e084323" /><Relationship Type="http://schemas.openxmlformats.org/officeDocument/2006/relationships/image" Target="/ppt/media/image4.png" Id="Radb63ee3064141b0" /><Relationship Type="http://schemas.openxmlformats.org/officeDocument/2006/relationships/hyperlink" Target="https://colab.research.google.com/github/BrightPool/udemy-prompt-engineering-course/" TargetMode="External" Id="Ra300606e64da4bd6" /><Relationship Type="http://schemas.openxmlformats.org/officeDocument/2006/relationships/hyperlink" Target="https://github.com/BrightPool/udemy-prompt-engineering-course" TargetMode="External" Id="Ra9bd75d6cf774e2e" /><Relationship Type="http://schemas.openxmlformats.org/officeDocument/2006/relationships/notesSlide" Target="/ppt/notesSlides/notesSlide3.xml" Id="R752e8fe0a3d148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5ac0ab0f788b43d1" /><Relationship Type="http://schemas.openxmlformats.org/officeDocument/2006/relationships/image" Target="/ppt/media/image.jpeg" Id="R56d91814da4f4cb6" /><Relationship Type="http://schemas.openxmlformats.org/officeDocument/2006/relationships/hyperlink" Target="https://colab.research.google.com/github/BrightPool/udemy-prompt-engineering-course/blob/main/openai_features_and_functionality/responses_api_and_messages.ipynb" TargetMode="External" Id="R59b7193ad4c640f7" /><Relationship Type="http://schemas.openxmlformats.org/officeDocument/2006/relationships/notesSlide" Target="/ppt/notesSlides/notesSlide4.xml" Id="Rfa2213c004b14a4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dcf9475bacc4658" /><Relationship Type="http://schemas.openxmlformats.org/officeDocument/2006/relationships/image" Target="/ppt/media/image2.jpeg" Id="Rd82f59474e274849" /><Relationship Type="http://schemas.openxmlformats.org/officeDocument/2006/relationships/image" Target="/ppt/media/image3.jpeg" Id="R2843b4ebc7024c4a" /><Relationship Type="http://schemas.openxmlformats.org/officeDocument/2006/relationships/hyperlink" Target="https://github.com/BrightPool/udemy-prompt-engineering-course" TargetMode="External" Id="R4af4b2ff927a4c89" /><Relationship Type="http://schemas.openxmlformats.org/officeDocument/2006/relationships/notesSlide" Target="/ppt/notesSlides/notesSlide5.xml" Id="Rb5847bac46d3447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37" name="Google Shape;137;p1">
            <a:extLst xmlns:a="http://schemas.openxmlformats.org/drawingml/2006/main">
              <a:ext uri="{FF2B5EF4-FFF2-40B4-BE49-F238E27FC236}">
                <a16:creationId xmlns:a16="http://schemas.microsoft.com/office/drawing/2014/main" id="{05FCCC0D-8866-4B9D-A2B4-D6EB34337A78}"/>
              </a:ext>
            </a:extLst>
          </p:cNvPr>
          <p:cNvSpPr>
            <a:spLocks xmlns:a="http://schemas.openxmlformats.org/drawingml/2006/main" noGrp="1"/>
          </p:cNvSpPr>
          <p:nvPr>
            <p:ph type="ctrTitle" idx="0"/>
          </p:nvPr>
        </p:nvSpPr>
        <p:spPr>
          <a:xfrm xmlns:a="http://schemas.openxmlformats.org/drawingml/2006/main">
            <a:off x="409575" y="1057275"/>
            <a:ext cx="8286750" cy="17430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lnSpc>
                <a:spcPct val="110000"/>
              </a:lnSpc>
              <a:spcBef>
                <a:spcPts val="0"/>
              </a:spcBef>
              <a:spcAft>
                <a:spcPts val="0"/>
              </a:spcAft>
              <a:buClr>
                <a:schemeClr val="lt1"/>
              </a:buClr>
              <a:buSzPts val="6000"/>
              <a:buNone/>
              <a:defRPr sz="4350">
                <a:solidFill>
                  <a:srgbClr val="FFFFFF"/>
                </a:solidFill>
                <a:latin typeface="Oswald"/>
                <a:ea typeface="Oswald"/>
                <a:cs typeface="Oswald"/>
              </a:defRPr>
            </a:pPr>
            <a:r>
              <a:rPr sz="4350">
                <a:solidFill>
                  <a:srgbClr val="FFFFFF"/>
                </a:solidFill>
                <a:latin typeface="Oswald"/>
                <a:ea typeface="Oswald"/>
                <a:cs typeface="Oswald"/>
              </a:rPr>
              <a:t>Introduction to</a:t>
            </a:r>
            <a:endParaRPr/>
          </a:p>
          <a:p xmlns:a="http://schemas.openxmlformats.org/drawingml/2006/main">
            <a:pPr marL="0" lvl="0" indent="0" algn="ctr">
              <a:lnSpc>
                <a:spcPct val="110000"/>
              </a:lnSpc>
              <a:spcBef>
                <a:spcPts val="0"/>
              </a:spcBef>
              <a:spcAft>
                <a:spcPts val="0"/>
              </a:spcAft>
              <a:buClr>
                <a:schemeClr val="lt1"/>
              </a:buClr>
              <a:buSzPts val="6000"/>
              <a:buNone/>
              <a:defRPr sz="4350">
                <a:solidFill>
                  <a:srgbClr val="FFFFFF"/>
                </a:solidFill>
                <a:latin typeface="Oswald"/>
                <a:ea typeface="Oswald"/>
                <a:cs typeface="Oswald"/>
              </a:defRPr>
            </a:pPr>
            <a:r>
              <a:rPr sz="4350">
                <a:solidFill>
                  <a:srgbClr val="FFFFFF"/>
                </a:solidFill>
                <a:latin typeface="Oswald"/>
                <a:ea typeface="Oswald"/>
                <a:cs typeface="Oswald"/>
              </a:rPr>
              <a:t>Jupyter Notebooks + Python</a:t>
            </a:r>
            <a:endParaRPr/>
          </a:p>
        </p:txBody>
      </p:sp>
      <p:sp>
        <p:nvSpPr>
          <p:cNvPr id="138" name="Google Shape;138;p1">
            <a:extLst xmlns:a="http://schemas.openxmlformats.org/drawingml/2006/main">
              <a:ext uri="{FF2B5EF4-FFF2-40B4-BE49-F238E27FC236}">
                <a16:creationId xmlns:a16="http://schemas.microsoft.com/office/drawing/2014/main" id="{E280FFC8-90FD-46C4-9A8A-7E3FB8FC3DA4}"/>
              </a:ext>
            </a:extLst>
          </p:cNvPr>
          <p:cNvSpPr>
            <a:spLocks xmlns:a="http://schemas.openxmlformats.org/drawingml/2006/main" noGrp="1"/>
          </p:cNvSpPr>
          <p:nvPr>
            <p:ph type="subTitle" idx="1"/>
          </p:nvPr>
        </p:nvSpPr>
        <p:spPr>
          <a:xfrm xmlns:a="http://schemas.openxmlformats.org/drawingml/2006/main">
            <a:off x="571500" y="3562350"/>
            <a:ext cx="8001000" cy="1047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ctr">
              <a:lnSpc>
                <a:spcPct val="115000"/>
              </a:lnSpc>
              <a:spcBef>
                <a:spcPts val="0"/>
              </a:spcBef>
              <a:spcAft>
                <a:spcPts val="0"/>
              </a:spcAft>
              <a:buSzPts val="3600"/>
              <a:buNone/>
              <a:defRPr sz="2400">
                <a:solidFill>
                  <a:srgbClr val="424242"/>
                </a:solidFill>
                <a:latin typeface="Oswald"/>
                <a:ea typeface="Oswald"/>
                <a:cs typeface="Oswald"/>
              </a:defRPr>
            </a:pPr>
            <a:r>
              <a:rPr sz="2400">
                <a:solidFill>
                  <a:srgbClr val="424242"/>
                </a:solidFill>
                <a:latin typeface="Oswald"/>
                <a:ea typeface="Oswald"/>
                <a:cs typeface="Oswald"/>
              </a:rPr>
              <a:t>We'll use notebooks throughout the coding lessons.</a:t>
            </a:r>
            <a:endParaRPr/>
          </a:p>
          <a:p xmlns:a="http://schemas.openxmlformats.org/drawingml/2006/main">
            <a:pPr marL="0" lvl="0" indent="0" algn="ctr">
              <a:lnSpc>
                <a:spcPct val="115000"/>
              </a:lnSpc>
              <a:spcBef>
                <a:spcPts val="0"/>
              </a:spcBef>
              <a:spcAft>
                <a:spcPts val="0"/>
              </a:spcAft>
              <a:buSzPts val="3600"/>
              <a:buNone/>
              <a:defRPr sz="2400">
                <a:solidFill>
                  <a:srgbClr val="424242"/>
                </a:solidFill>
                <a:latin typeface="Oswald"/>
                <a:ea typeface="Oswald"/>
                <a:cs typeface="Oswald"/>
              </a:defRPr>
            </a:pPr>
            <a:r>
              <a:rPr sz="2400">
                <a:solidFill>
                  <a:srgbClr val="424242"/>
                </a:solidFill>
                <a:latin typeface="Oswald"/>
                <a:ea typeface="Oswald"/>
                <a:cs typeface="Oswald"/>
              </a:rPr>
              <a:t>The code is ready for you to follow along.</a:t>
            </a:r>
            <a:endParaRPr/>
          </a:p>
        </p:txBody>
      </p:sp>
      <p:sp>
        <p:nvSpPr>
          <p:cNvPr id="139" name="Google Shape;139;p1">
            <a:extLst xmlns:a="http://schemas.openxmlformats.org/drawingml/2006/main">
              <a:ext uri="{FF2B5EF4-FFF2-40B4-BE49-F238E27FC236}">
                <a16:creationId xmlns:a16="http://schemas.microsoft.com/office/drawing/2014/main" id="{5E856267-A677-4825-8397-E2E66BD1B406}"/>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1000"/>
              <a:buFont typeface="Arial"/>
              <a:buNone/>
            </a:pPr>
            <a:fld id="{00000000-1234-1234-1234-123412341234}" type="slidenum">
              <a:rPr sz="1000" b="0" i="0" u="none" cap="none">
                <a:solidFill>
                  <a:schemeClr val="dk2"/>
                </a:solidFill>
                <a:latin typeface="Source Code Pro"/>
                <a:ea typeface="Source Code Pro"/>
                <a:cs typeface="Source Code Pro"/>
              </a:rPr>
              <a:t>‹#›</a:t>
            </a:fld>
            <a:endParaRPr sz="1000" b="0" i="0" u="none" cap="none">
              <a:solidFill>
                <a:schemeClr val="dk2"/>
              </a:solidFill>
              <a:latin typeface="Source Code Pro"/>
              <a:ea typeface="Source Code Pro"/>
              <a:cs typeface="Source Code Pro"/>
            </a:endParaRPr>
          </a:p>
        </p:txBody>
      </p:sp>
    </p:spTree>
    <p:extLst>
      <p:ext uri="{BB962C8B-B14F-4D97-AF65-F5344CB8AC3E}">
        <p14:creationId xmlns:p14="http://schemas.microsoft.com/office/powerpoint/2010/main" val="137343165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44" name="Google Shape;144;p2">
            <a:extLst xmlns:a="http://schemas.openxmlformats.org/drawingml/2006/main">
              <a:ext uri="{FF2B5EF4-FFF2-40B4-BE49-F238E27FC236}">
                <a16:creationId xmlns:a16="http://schemas.microsoft.com/office/drawing/2014/main" id="{B695444F-B4CC-4018-BCB9-D3CFA5EB6EF6}"/>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Jupyter Notebooks + Python</a:t>
            </a:r>
            <a:endParaRPr/>
          </a:p>
        </p:txBody>
      </p:sp>
      <p:sp>
        <p:nvSpPr>
          <p:cNvPr id="146" name="Google Shape;146;p2">
            <a:extLst xmlns:a="http://schemas.openxmlformats.org/drawingml/2006/main">
              <a:ext uri="{FF2B5EF4-FFF2-40B4-BE49-F238E27FC236}">
                <a16:creationId xmlns:a16="http://schemas.microsoft.com/office/drawing/2014/main" id="{8A894059-4830-4D26-9F6D-5583019EED2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1000"/>
              <a:buFont typeface="Arial"/>
              <a:buNone/>
            </a:pPr>
            <a:fld id="{00000000-1234-1234-1234-123412341234}" type="slidenum">
              <a:rPr sz="1000" b="0" i="0" u="none" cap="none">
                <a:solidFill>
                  <a:schemeClr val="dk2"/>
                </a:solidFill>
                <a:latin typeface="Source Code Pro"/>
                <a:ea typeface="Source Code Pro"/>
                <a:cs typeface="Source Code Pro"/>
              </a:rPr>
              <a:t>‹#›</a:t>
            </a:fld>
            <a:endParaRPr sz="1000" b="0" i="0" u="none" cap="none">
              <a:solidFill>
                <a:schemeClr val="dk2"/>
              </a:solidFill>
              <a:latin typeface="Source Code Pro"/>
              <a:ea typeface="Source Code Pro"/>
              <a:cs typeface="Source Code Pro"/>
            </a:endParaRPr>
          </a:p>
        </p:txBody>
      </p:sp>
      <p:pic>
        <p:nvPicPr>
          <p:cNvPr id="159" name=""/>
          <p:cNvPicPr>
            <a:picLocks xmlns:a="http://schemas.openxmlformats.org/drawingml/2006/main" noChangeAspect="1"/>
          </p:cNvPicPr>
          <p:nvPr/>
        </p:nvPicPr>
        <p:blipFill>
          <a:blip xmlns:r="http://schemas.openxmlformats.org/officeDocument/2006/relationships" xmlns:a="http://schemas.openxmlformats.org/drawingml/2006/main" r:embed="R39be292f879d4b8b"/>
          <a:stretch xmlns:a="http://schemas.openxmlformats.org/drawingml/2006/main"/>
        </p:blipFill>
        <p:spPr>
          <a:xfrm xmlns:a="http://schemas.openxmlformats.org/drawingml/2006/main">
            <a:off x="445540" y="1476375"/>
            <a:ext cx="985345" cy="1143000"/>
          </a:xfrm>
          <a:prstGeom xmlns:a="http://schemas.openxmlformats.org/drawingml/2006/main" prst="rect">
            <a:avLst/>
          </a:prstGeom>
        </p:spPr>
      </p:pic>
      <p:sp>
        <p:nvSpPr>
          <p:cNvPr id="148" name="A notebook">
            <a:extLst xmlns:a="http://schemas.openxmlformats.org/drawingml/2006/main">
              <a:ext uri="{FF2B5EF4-FFF2-40B4-BE49-F238E27FC236}">
                <a16:creationId xmlns:a16="http://schemas.microsoft.com/office/drawing/2014/main" id="{443F509A-6219-4DBD-B610-0F0F3BCA9536}"/>
              </a:ext>
            </a:extLst>
          </p:cNvPr>
          <p:cNvSpPr>
            <a:spLocks xmlns:a="http://schemas.openxmlformats.org/drawingml/2006/main" noGrp="1"/>
          </p:cNvSpPr>
          <p:nvPr/>
        </p:nvSpPr>
        <p:spPr>
          <a:xfrm xmlns:a="http://schemas.openxmlformats.org/drawingml/2006/main">
            <a:off x="1714500" y="1590675"/>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250" b="0">
                <a:solidFill>
                  <a:srgbClr val="424242"/>
                </a:solidFill>
                <a:latin typeface="Oswald"/>
                <a:ea typeface="Oswald"/>
                <a:cs typeface="Oswald"/>
              </a:defRPr>
            </a:pPr>
            <a:r>
              <a:rPr sz="2250" b="0">
                <a:solidFill>
                  <a:srgbClr val="424242"/>
                </a:solidFill>
                <a:latin typeface="Oswald"/>
                <a:ea typeface="Oswald"/>
                <a:cs typeface="Oswald"/>
              </a:rPr>
              <a:t>A notebook</a:t>
            </a:r>
          </a:p>
        </p:txBody>
      </p:sp>
      <p:sp>
        <p:nvSpPr>
          <p:cNvPr id="149" name="A document with explanations,">
            <a:extLst xmlns:a="http://schemas.openxmlformats.org/drawingml/2006/main">
              <a:ext uri="{FF2B5EF4-FFF2-40B4-BE49-F238E27FC236}">
                <a16:creationId xmlns:a16="http://schemas.microsoft.com/office/drawing/2014/main" id="{47CE24A9-6250-4AA3-9413-2BE93FA3AA5A}"/>
              </a:ext>
            </a:extLst>
          </p:cNvPr>
          <p:cNvSpPr>
            <a:spLocks xmlns:a="http://schemas.openxmlformats.org/drawingml/2006/main" noGrp="1"/>
          </p:cNvSpPr>
          <p:nvPr/>
        </p:nvSpPr>
        <p:spPr>
          <a:xfrm xmlns:a="http://schemas.openxmlformats.org/drawingml/2006/main">
            <a:off x="438150" y="2838450"/>
            <a:ext cx="39433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A document with explanations,</a:t>
            </a:r>
          </a:p>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runnable code and its results.</a:t>
            </a:r>
          </a:p>
        </p:txBody>
      </p:sp>
      <p:pic>
        <p:nvPicPr>
          <p:cNvPr id="162" name=""/>
          <p:cNvPicPr>
            <a:picLocks xmlns:a="http://schemas.openxmlformats.org/drawingml/2006/main" noChangeAspect="1"/>
          </p:cNvPicPr>
          <p:nvPr/>
        </p:nvPicPr>
        <p:blipFill>
          <a:blip xmlns:r="http://schemas.openxmlformats.org/officeDocument/2006/relationships" xmlns:a="http://schemas.openxmlformats.org/drawingml/2006/main" r:embed="R7f9dd885581640c4"/>
          <a:stretch xmlns:a="http://schemas.openxmlformats.org/drawingml/2006/main"/>
        </p:blipFill>
        <p:spPr>
          <a:xfrm xmlns:a="http://schemas.openxmlformats.org/drawingml/2006/main">
            <a:off x="4876800" y="1557284"/>
            <a:ext cx="809625" cy="981181"/>
          </a:xfrm>
          <a:prstGeom xmlns:a="http://schemas.openxmlformats.org/drawingml/2006/main" prst="rect">
            <a:avLst/>
          </a:prstGeom>
        </p:spPr>
      </p:pic>
      <p:sp>
        <p:nvSpPr>
          <p:cNvPr id="151" name="Python">
            <a:extLst xmlns:a="http://schemas.openxmlformats.org/drawingml/2006/main">
              <a:ext uri="{FF2B5EF4-FFF2-40B4-BE49-F238E27FC236}">
                <a16:creationId xmlns:a16="http://schemas.microsoft.com/office/drawing/2014/main" id="{5D15461F-1DAC-4FF8-879D-0D20E728C68E}"/>
              </a:ext>
            </a:extLst>
          </p:cNvPr>
          <p:cNvSpPr>
            <a:spLocks xmlns:a="http://schemas.openxmlformats.org/drawingml/2006/main" noGrp="1"/>
          </p:cNvSpPr>
          <p:nvPr/>
        </p:nvSpPr>
        <p:spPr>
          <a:xfrm xmlns:a="http://schemas.openxmlformats.org/drawingml/2006/main">
            <a:off x="5953125" y="1590675"/>
            <a:ext cx="2524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250" b="0">
                <a:solidFill>
                  <a:srgbClr val="424242"/>
                </a:solidFill>
                <a:latin typeface="Oswald"/>
                <a:ea typeface="Oswald"/>
                <a:cs typeface="Oswald"/>
              </a:defRPr>
            </a:pPr>
            <a:r>
              <a:rPr sz="2250" b="0">
                <a:solidFill>
                  <a:srgbClr val="424242"/>
                </a:solidFill>
                <a:latin typeface="Oswald"/>
                <a:ea typeface="Oswald"/>
                <a:cs typeface="Oswald"/>
              </a:rPr>
              <a:t>Python</a:t>
            </a:r>
          </a:p>
        </p:txBody>
      </p:sp>
      <p:sp>
        <p:nvSpPr>
          <p:cNvPr id="152" name="The language we use to write">
            <a:extLst xmlns:a="http://schemas.openxmlformats.org/drawingml/2006/main">
              <a:ext uri="{FF2B5EF4-FFF2-40B4-BE49-F238E27FC236}">
                <a16:creationId xmlns:a16="http://schemas.microsoft.com/office/drawing/2014/main" id="{04A4DD5B-FD3C-4D4E-8A6C-08A8F45C7B30}"/>
              </a:ext>
            </a:extLst>
          </p:cNvPr>
          <p:cNvSpPr>
            <a:spLocks xmlns:a="http://schemas.openxmlformats.org/drawingml/2006/main" noGrp="1"/>
          </p:cNvSpPr>
          <p:nvPr/>
        </p:nvSpPr>
        <p:spPr>
          <a:xfrm xmlns:a="http://schemas.openxmlformats.org/drawingml/2006/main">
            <a:off x="5048250" y="2838450"/>
            <a:ext cx="37528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The language we use to write</a:t>
            </a:r>
          </a:p>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the code inside a notebook.</a:t>
            </a:r>
          </a:p>
        </p:txBody>
      </p:sp>
      <p:sp>
        <p:nvSpPr>
          <p:cNvPr id="153" name="A first Python cell">
            <a:extLst xmlns:a="http://schemas.openxmlformats.org/drawingml/2006/main">
              <a:ext uri="{FF2B5EF4-FFF2-40B4-BE49-F238E27FC236}">
                <a16:creationId xmlns:a16="http://schemas.microsoft.com/office/drawing/2014/main" id="{5F24DF26-4A6D-412B-8606-E35A5AB3776F}"/>
              </a:ext>
            </a:extLst>
          </p:cNvPr>
          <p:cNvSpPr>
            <a:spLocks xmlns:a="http://schemas.openxmlformats.org/drawingml/2006/main" noGrp="1"/>
          </p:cNvSpPr>
          <p:nvPr/>
        </p:nvSpPr>
        <p:spPr>
          <a:xfrm xmlns:a="http://schemas.openxmlformats.org/drawingml/2006/main">
            <a:off x="438150" y="3819525"/>
            <a:ext cx="300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800" b="0">
                <a:solidFill>
                  <a:srgbClr val="E91D63"/>
                </a:solidFill>
                <a:latin typeface="Oswald"/>
                <a:ea typeface="Oswald"/>
                <a:cs typeface="Oswald"/>
              </a:defRPr>
            </a:pPr>
            <a:r>
              <a:rPr sz="1800" b="0">
                <a:solidFill>
                  <a:srgbClr val="E91D63"/>
                </a:solidFill>
                <a:latin typeface="Oswald"/>
                <a:ea typeface="Oswald"/>
                <a:cs typeface="Oswald"/>
              </a:rPr>
              <a:t>A first Python cell</a:t>
            </a:r>
          </a:p>
        </p:txBody>
      </p:sp>
      <p:sp>
        <p:nvSpPr>
          <p:cNvPr id="154" name="print(&quot;Hello, AI!&quot;)">
            <a:extLst xmlns:a="http://schemas.openxmlformats.org/drawingml/2006/main">
              <a:ext uri="{FF2B5EF4-FFF2-40B4-BE49-F238E27FC236}">
                <a16:creationId xmlns:a16="http://schemas.microsoft.com/office/drawing/2014/main" id="{E9C4ECCA-526D-44D1-8332-314124F07FEA}"/>
              </a:ext>
            </a:extLst>
          </p:cNvPr>
          <p:cNvSpPr>
            <a:spLocks xmlns:a="http://schemas.openxmlformats.org/drawingml/2006/main" noGrp="1"/>
          </p:cNvSpPr>
          <p:nvPr/>
        </p:nvSpPr>
        <p:spPr>
          <a:xfrm xmlns:a="http://schemas.openxmlformats.org/drawingml/2006/main">
            <a:off x="438150" y="4276725"/>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950" b="0">
                <a:solidFill>
                  <a:srgbClr val="424242"/>
                </a:solidFill>
                <a:latin typeface="Source Code Pro"/>
                <a:ea typeface="Source Code Pro"/>
                <a:cs typeface="Source Code Pro"/>
              </a:defRPr>
            </a:pPr>
            <a:r>
              <a:rPr sz="1950" b="0">
                <a:solidFill>
                  <a:srgbClr val="424242"/>
                </a:solidFill>
                <a:latin typeface="Source Code Pro"/>
                <a:ea typeface="Source Code Pro"/>
                <a:cs typeface="Source Code Pro"/>
              </a:rPr>
              <a:t>print("Hello, AI!")</a:t>
            </a:r>
          </a:p>
        </p:txBody>
      </p:sp>
      <p:sp>
        <p:nvSpPr>
          <p:cNvPr id="155" name="The result">
            <a:extLst xmlns:a="http://schemas.openxmlformats.org/drawingml/2006/main">
              <a:ext uri="{FF2B5EF4-FFF2-40B4-BE49-F238E27FC236}">
                <a16:creationId xmlns:a16="http://schemas.microsoft.com/office/drawing/2014/main" id="{E403EECE-7A4A-4234-9B08-AF0577ED19EA}"/>
              </a:ext>
            </a:extLst>
          </p:cNvPr>
          <p:cNvSpPr>
            <a:spLocks xmlns:a="http://schemas.openxmlformats.org/drawingml/2006/main" noGrp="1"/>
          </p:cNvSpPr>
          <p:nvPr/>
        </p:nvSpPr>
        <p:spPr>
          <a:xfrm xmlns:a="http://schemas.openxmlformats.org/drawingml/2006/main">
            <a:off x="5048250" y="3819525"/>
            <a:ext cx="295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800" b="0">
                <a:solidFill>
                  <a:srgbClr val="E91D63"/>
                </a:solidFill>
                <a:latin typeface="Oswald"/>
                <a:ea typeface="Oswald"/>
                <a:cs typeface="Oswald"/>
              </a:defRPr>
            </a:pPr>
            <a:r>
              <a:rPr sz="1800" b="0">
                <a:solidFill>
                  <a:srgbClr val="E91D63"/>
                </a:solidFill>
                <a:latin typeface="Oswald"/>
                <a:ea typeface="Oswald"/>
                <a:cs typeface="Oswald"/>
              </a:rPr>
              <a:t>The result</a:t>
            </a:r>
          </a:p>
        </p:txBody>
      </p:sp>
      <p:sp>
        <p:nvSpPr>
          <p:cNvPr id="156" name="Hello, AI!">
            <a:extLst xmlns:a="http://schemas.openxmlformats.org/drawingml/2006/main">
              <a:ext uri="{FF2B5EF4-FFF2-40B4-BE49-F238E27FC236}">
                <a16:creationId xmlns:a16="http://schemas.microsoft.com/office/drawing/2014/main" id="{30C4D492-1598-481A-B5CF-61C9B2C8300F}"/>
              </a:ext>
            </a:extLst>
          </p:cNvPr>
          <p:cNvSpPr>
            <a:spLocks xmlns:a="http://schemas.openxmlformats.org/drawingml/2006/main" noGrp="1"/>
          </p:cNvSpPr>
          <p:nvPr/>
        </p:nvSpPr>
        <p:spPr>
          <a:xfrm xmlns:a="http://schemas.openxmlformats.org/drawingml/2006/main">
            <a:off x="5048250" y="4276725"/>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950" b="0">
                <a:solidFill>
                  <a:srgbClr val="424242"/>
                </a:solidFill>
                <a:latin typeface="Source Code Pro"/>
                <a:ea typeface="Source Code Pro"/>
                <a:cs typeface="Source Code Pro"/>
              </a:defRPr>
            </a:pPr>
            <a:r>
              <a:rPr sz="1950" b="0">
                <a:solidFill>
                  <a:srgbClr val="424242"/>
                </a:solidFill>
                <a:latin typeface="Source Code Pro"/>
                <a:ea typeface="Source Code Pro"/>
                <a:cs typeface="Source Code Pro"/>
              </a:rPr>
              <a:t>Hello, AI!</a:t>
            </a:r>
          </a:p>
        </p:txBody>
      </p:sp>
    </p:spTree>
    <p:extLst>
      <p:ext uri="{BB962C8B-B14F-4D97-AF65-F5344CB8AC3E}">
        <p14:creationId xmlns:p14="http://schemas.microsoft.com/office/powerpoint/2010/main" val="152723080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67" name="Google Shape;167;p3">
            <a:extLst xmlns:a="http://schemas.openxmlformats.org/drawingml/2006/main">
              <a:ext uri="{FF2B5EF4-FFF2-40B4-BE49-F238E27FC236}">
                <a16:creationId xmlns:a16="http://schemas.microsoft.com/office/drawing/2014/main" id="{CEC122F7-9C80-4B38-A483-731BA89D0E68}"/>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Two Ways to Follow Along</a:t>
            </a:r>
            <a:endParaRPr/>
          </a:p>
        </p:txBody>
      </p:sp>
      <p:sp>
        <p:nvSpPr>
          <p:cNvPr id="169" name="Google Shape;169;p3">
            <a:extLst xmlns:a="http://schemas.openxmlformats.org/drawingml/2006/main">
              <a:ext uri="{FF2B5EF4-FFF2-40B4-BE49-F238E27FC236}">
                <a16:creationId xmlns:a16="http://schemas.microsoft.com/office/drawing/2014/main" id="{0DF33310-D97C-4A25-A4C4-C7BE343AA4A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1000"/>
              <a:buFont typeface="Arial"/>
              <a:buNone/>
            </a:pPr>
            <a:fld id="{00000000-1234-1234-1234-123412341234}" type="slidenum">
              <a:rPr sz="1000" b="0" i="0" u="none" cap="none">
                <a:solidFill>
                  <a:schemeClr val="dk2"/>
                </a:solidFill>
                <a:latin typeface="Source Code Pro"/>
                <a:ea typeface="Source Code Pro"/>
                <a:cs typeface="Source Code Pro"/>
              </a:rPr>
              <a:t>‹#›</a:t>
            </a:fld>
            <a:endParaRPr sz="1000" b="0" i="0" u="none" cap="none">
              <a:solidFill>
                <a:schemeClr val="dk2"/>
              </a:solidFill>
              <a:latin typeface="Source Code Pro"/>
              <a:ea typeface="Source Code Pro"/>
              <a:cs typeface="Source Code Pro"/>
            </a:endParaRPr>
          </a:p>
        </p:txBody>
      </p:sp>
      <p:pic>
        <p:nvPicPr>
          <p:cNvPr id="182" name=""/>
          <p:cNvPicPr>
            <a:picLocks xmlns:a="http://schemas.openxmlformats.org/drawingml/2006/main" noChangeAspect="1"/>
          </p:cNvPicPr>
          <p:nvPr/>
        </p:nvPicPr>
        <p:blipFill>
          <a:blip xmlns:r="http://schemas.openxmlformats.org/officeDocument/2006/relationships" xmlns:a="http://schemas.openxmlformats.org/drawingml/2006/main" r:embed="Rb3f491533e084323"/>
          <a:stretch xmlns:a="http://schemas.openxmlformats.org/drawingml/2006/main"/>
        </p:blipFill>
        <p:spPr>
          <a:xfrm xmlns:a="http://schemas.openxmlformats.org/drawingml/2006/main">
            <a:off x="438150" y="1555778"/>
            <a:ext cx="1000125" cy="584144"/>
          </a:xfrm>
          <a:prstGeom xmlns:a="http://schemas.openxmlformats.org/drawingml/2006/main" prst="rect">
            <a:avLst/>
          </a:prstGeom>
        </p:spPr>
      </p:pic>
      <p:sp>
        <p:nvSpPr>
          <p:cNvPr id="171" name="Google Colab">
            <a:extLst xmlns:a="http://schemas.openxmlformats.org/drawingml/2006/main">
              <a:ext uri="{FF2B5EF4-FFF2-40B4-BE49-F238E27FC236}">
                <a16:creationId xmlns:a16="http://schemas.microsoft.com/office/drawing/2014/main" id="{C4283B90-7CDF-4E6E-9357-378D38738921}"/>
              </a:ext>
            </a:extLst>
          </p:cNvPr>
          <p:cNvSpPr>
            <a:spLocks xmlns:a="http://schemas.openxmlformats.org/drawingml/2006/main" noGrp="1"/>
          </p:cNvSpPr>
          <p:nvPr/>
        </p:nvSpPr>
        <p:spPr>
          <a:xfrm xmlns:a="http://schemas.openxmlformats.org/drawingml/2006/main">
            <a:off x="1685925" y="167640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2400" b="0">
                <a:solidFill>
                  <a:srgbClr val="424242"/>
                </a:solidFill>
                <a:latin typeface="Oswald"/>
                <a:ea typeface="Oswald"/>
                <a:cs typeface="Oswald"/>
              </a:defRPr>
            </a:pPr>
            <a:r>
              <a:rPr sz="2400" b="0">
                <a:solidFill>
                  <a:srgbClr val="424242"/>
                </a:solidFill>
                <a:latin typeface="Oswald"/>
                <a:ea typeface="Oswald"/>
                <a:cs typeface="Oswald"/>
              </a:rPr>
              <a:t>Google Colab</a:t>
            </a:r>
          </a:p>
        </p:txBody>
      </p:sp>
      <p:pic>
        <p:nvPicPr>
          <p:cNvPr id="184" name=""/>
          <p:cNvPicPr>
            <a:picLocks xmlns:a="http://schemas.openxmlformats.org/drawingml/2006/main" noChangeAspect="1"/>
          </p:cNvPicPr>
          <p:nvPr/>
        </p:nvPicPr>
        <p:blipFill>
          <a:blip xmlns:r="http://schemas.openxmlformats.org/officeDocument/2006/relationships" xmlns:a="http://schemas.openxmlformats.org/drawingml/2006/main" r:embed="Radb63ee3064141b0"/>
          <a:stretch xmlns:a="http://schemas.openxmlformats.org/drawingml/2006/main"/>
        </p:blipFill>
        <p:spPr>
          <a:xfrm xmlns:a="http://schemas.openxmlformats.org/drawingml/2006/main">
            <a:off x="5048250" y="1648146"/>
            <a:ext cx="1790700" cy="408934"/>
          </a:xfrm>
          <a:prstGeom xmlns:a="http://schemas.openxmlformats.org/drawingml/2006/main" prst="rect">
            <a:avLst/>
          </a:prstGeom>
        </p:spPr>
      </p:pic>
      <p:sp>
        <p:nvSpPr>
          <p:cNvPr id="173" name="New to coding?">
            <a:extLst xmlns:a="http://schemas.openxmlformats.org/drawingml/2006/main">
              <a:ext uri="{FF2B5EF4-FFF2-40B4-BE49-F238E27FC236}">
                <a16:creationId xmlns:a16="http://schemas.microsoft.com/office/drawing/2014/main" id="{22835BB0-2E47-4C21-A6BD-9D1A4015DC2D}"/>
              </a:ext>
            </a:extLst>
          </p:cNvPr>
          <p:cNvSpPr>
            <a:spLocks xmlns:a="http://schemas.openxmlformats.org/drawingml/2006/main" noGrp="1"/>
          </p:cNvSpPr>
          <p:nvPr/>
        </p:nvSpPr>
        <p:spPr>
          <a:xfrm xmlns:a="http://schemas.openxmlformats.org/drawingml/2006/main">
            <a:off x="438150" y="2409825"/>
            <a:ext cx="3810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650" b="1">
                <a:solidFill>
                  <a:srgbClr val="E91D63"/>
                </a:solidFill>
                <a:latin typeface="Source Code Pro"/>
                <a:ea typeface="Source Code Pro"/>
                <a:cs typeface="Source Code Pro"/>
              </a:defRPr>
            </a:pPr>
            <a:r>
              <a:rPr sz="1650" b="1">
                <a:solidFill>
                  <a:srgbClr val="E91D63"/>
                </a:solidFill>
                <a:latin typeface="Source Code Pro"/>
                <a:ea typeface="Source Code Pro"/>
                <a:cs typeface="Source Code Pro"/>
              </a:rPr>
              <a:t>New to coding?</a:t>
            </a:r>
          </a:p>
        </p:txBody>
      </p:sp>
      <p:sp>
        <p:nvSpPr>
          <p:cNvPr id="174" name="Run the supplied notebooks">
            <a:extLst xmlns:a="http://schemas.openxmlformats.org/drawingml/2006/main">
              <a:ext uri="{FF2B5EF4-FFF2-40B4-BE49-F238E27FC236}">
                <a16:creationId xmlns:a16="http://schemas.microsoft.com/office/drawing/2014/main" id="{BAE6988E-5097-44C5-B945-AD558063F7ED}"/>
              </a:ext>
            </a:extLst>
          </p:cNvPr>
          <p:cNvSpPr>
            <a:spLocks xmlns:a="http://schemas.openxmlformats.org/drawingml/2006/main" noGrp="1"/>
          </p:cNvSpPr>
          <p:nvPr/>
        </p:nvSpPr>
        <p:spPr>
          <a:xfrm xmlns:a="http://schemas.openxmlformats.org/drawingml/2006/main">
            <a:off x="438150" y="2847975"/>
            <a:ext cx="3857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Run the supplied notebooks</a:t>
            </a:r>
          </a:p>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in your browser.</a:t>
            </a:r>
          </a:p>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No local Python installation.</a:t>
            </a:r>
          </a:p>
        </p:txBody>
      </p:sp>
      <p:sp>
        <p:nvSpPr>
          <p:cNvPr id="175" name="Comfortable with code?">
            <a:extLst xmlns:a="http://schemas.openxmlformats.org/drawingml/2006/main">
              <a:ext uri="{FF2B5EF4-FFF2-40B4-BE49-F238E27FC236}">
                <a16:creationId xmlns:a16="http://schemas.microsoft.com/office/drawing/2014/main" id="{3AD827E3-6417-456A-AA87-DE90EE5FAA9B}"/>
              </a:ext>
            </a:extLst>
          </p:cNvPr>
          <p:cNvSpPr>
            <a:spLocks xmlns:a="http://schemas.openxmlformats.org/drawingml/2006/main" noGrp="1"/>
          </p:cNvSpPr>
          <p:nvPr/>
        </p:nvSpPr>
        <p:spPr>
          <a:xfrm xmlns:a="http://schemas.openxmlformats.org/drawingml/2006/main">
            <a:off x="5048250" y="2409825"/>
            <a:ext cx="37909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650" b="1">
                <a:solidFill>
                  <a:srgbClr val="E91D63"/>
                </a:solidFill>
                <a:latin typeface="Source Code Pro"/>
                <a:ea typeface="Source Code Pro"/>
                <a:cs typeface="Source Code Pro"/>
              </a:defRPr>
            </a:pPr>
            <a:r>
              <a:rPr sz="1650" b="1">
                <a:solidFill>
                  <a:srgbClr val="E91D63"/>
                </a:solidFill>
                <a:latin typeface="Source Code Pro"/>
                <a:ea typeface="Source Code Pro"/>
                <a:cs typeface="Source Code Pro"/>
              </a:rPr>
              <a:t>Comfortable with code?</a:t>
            </a:r>
          </a:p>
        </p:txBody>
      </p:sp>
      <p:sp>
        <p:nvSpPr>
          <p:cNvPr id="176" name="Download or clone the repo.">
            <a:extLst xmlns:a="http://schemas.openxmlformats.org/drawingml/2006/main">
              <a:ext uri="{FF2B5EF4-FFF2-40B4-BE49-F238E27FC236}">
                <a16:creationId xmlns:a16="http://schemas.microsoft.com/office/drawing/2014/main" id="{41AD7154-0658-4347-BAE4-F6C5BDFE3DF0}"/>
              </a:ext>
            </a:extLst>
          </p:cNvPr>
          <p:cNvSpPr>
            <a:spLocks xmlns:a="http://schemas.openxmlformats.org/drawingml/2006/main" noGrp="1"/>
          </p:cNvSpPr>
          <p:nvPr/>
        </p:nvSpPr>
        <p:spPr>
          <a:xfrm xmlns:a="http://schemas.openxmlformats.org/drawingml/2006/main">
            <a:off x="5048250" y="2847975"/>
            <a:ext cx="37909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Download or clone the repo.</a:t>
            </a:r>
          </a:p>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Adapt API examples, agents,</a:t>
            </a:r>
          </a:p>
          <a:p xmlns:a="http://schemas.openxmlformats.org/drawingml/2006/main">
            <a:pPr algn="l">
              <a:lnSpc>
                <a:spcPct val="120000"/>
              </a:lnSpc>
              <a:buNone/>
              <a:defRPr sz="1650" b="0">
                <a:solidFill>
                  <a:srgbClr val="424242"/>
                </a:solidFill>
                <a:latin typeface="Source Code Pro"/>
                <a:ea typeface="Source Code Pro"/>
                <a:cs typeface="Source Code Pro"/>
              </a:defRPr>
            </a:pPr>
            <a:r>
              <a:rPr sz="1650" b="0">
                <a:solidFill>
                  <a:srgbClr val="424242"/>
                </a:solidFill>
                <a:latin typeface="Source Code Pro"/>
                <a:ea typeface="Source Code Pro"/>
                <a:cs typeface="Source Code Pro"/>
              </a:rPr>
              <a:t>retrieval and evals locally.</a:t>
            </a:r>
          </a:p>
        </p:txBody>
      </p:sp>
      <p:sp>
        <p:nvSpPr>
          <p:cNvPr id="177" name="Open course notebooks in Colab">
            <a:extLst xmlns:a="http://schemas.openxmlformats.org/drawingml/2006/main">
              <a:ext uri="{FF2B5EF4-FFF2-40B4-BE49-F238E27FC236}">
                <a16:creationId xmlns:a16="http://schemas.microsoft.com/office/drawing/2014/main" id="{C950C684-8EC8-4BCB-8882-FC81F55189E2}"/>
              </a:ext>
            </a:extLst>
          </p:cNvPr>
          <p:cNvSpPr>
            <a:spLocks xmlns:a="http://schemas.openxmlformats.org/drawingml/2006/main" noGrp="1"/>
          </p:cNvSpPr>
          <p:nvPr/>
        </p:nvSpPr>
        <p:spPr>
          <a:xfrm xmlns:a="http://schemas.openxmlformats.org/drawingml/2006/main">
            <a:off x="438150" y="4095750"/>
            <a:ext cx="3905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a:solidFill>
                  <a:srgbClr val="00838F"/>
                </a:solidFill>
                <a:latin typeface="Source Code Pro"/>
                <a:ea typeface="Source Code Pro"/>
                <a:cs typeface="Source Code Pro"/>
              </a:defRPr>
            </a:pPr>
            <a:r>
              <a:rPr sz="1350" b="0" u="sng">
                <a:solidFill>
                  <a:srgbClr val="00838F"/>
                </a:solidFill>
                <a:latin typeface="Source Code Pro"/>
                <a:ea typeface="Source Code Pro"/>
                <a:cs typeface="Source Code Pro"/>
                <a:hlinkClick xmlns:r="http://schemas.openxmlformats.org/officeDocument/2006/relationships" r:id="Ra300606e64da4bd6"/>
              </a:rPr>
              <a:t>Open course notebooks in Colab</a:t>
            </a:r>
          </a:p>
        </p:txBody>
      </p:sp>
      <p:sp>
        <p:nvSpPr>
          <p:cNvPr id="178" name="Browse the GitHub repository">
            <a:extLst xmlns:a="http://schemas.openxmlformats.org/drawingml/2006/main">
              <a:ext uri="{FF2B5EF4-FFF2-40B4-BE49-F238E27FC236}">
                <a16:creationId xmlns:a16="http://schemas.microsoft.com/office/drawing/2014/main" id="{A0B1808A-7C37-4A3E-B3B2-FD03FE84B28C}"/>
              </a:ext>
            </a:extLst>
          </p:cNvPr>
          <p:cNvSpPr>
            <a:spLocks xmlns:a="http://schemas.openxmlformats.org/drawingml/2006/main" noGrp="1"/>
          </p:cNvSpPr>
          <p:nvPr/>
        </p:nvSpPr>
        <p:spPr>
          <a:xfrm xmlns:a="http://schemas.openxmlformats.org/drawingml/2006/main">
            <a:off x="5048250" y="4095750"/>
            <a:ext cx="3790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a:solidFill>
                  <a:srgbClr val="00838F"/>
                </a:solidFill>
                <a:latin typeface="Source Code Pro"/>
                <a:ea typeface="Source Code Pro"/>
                <a:cs typeface="Source Code Pro"/>
              </a:defRPr>
            </a:pPr>
            <a:r>
              <a:rPr sz="1350" b="0" u="sng">
                <a:solidFill>
                  <a:srgbClr val="00838F"/>
                </a:solidFill>
                <a:latin typeface="Source Code Pro"/>
                <a:ea typeface="Source Code Pro"/>
                <a:cs typeface="Source Code Pro"/>
                <a:hlinkClick xmlns:r="http://schemas.openxmlformats.org/officeDocument/2006/relationships" r:id="Ra9bd75d6cf774e2e"/>
              </a:rPr>
              <a:t>Browse the GitHub repository</a:t>
            </a:r>
          </a:p>
        </p:txBody>
      </p:sp>
      <p:sp>
        <p:nvSpPr>
          <p:cNvPr id="179" name="Download notebooks as .ipynb, or export Python scripts (.py) from Colab.">
            <a:extLst xmlns:a="http://schemas.openxmlformats.org/drawingml/2006/main">
              <a:ext uri="{FF2B5EF4-FFF2-40B4-BE49-F238E27FC236}">
                <a16:creationId xmlns:a16="http://schemas.microsoft.com/office/drawing/2014/main" id="{E1D245BC-6C63-465F-AEC9-824477491597}"/>
              </a:ext>
            </a:extLst>
          </p:cNvPr>
          <p:cNvSpPr>
            <a:spLocks xmlns:a="http://schemas.openxmlformats.org/drawingml/2006/main" noGrp="1"/>
          </p:cNvSpPr>
          <p:nvPr/>
        </p:nvSpPr>
        <p:spPr>
          <a:xfrm xmlns:a="http://schemas.openxmlformats.org/drawingml/2006/main">
            <a:off x="438150" y="4429125"/>
            <a:ext cx="8239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666666"/>
                </a:solidFill>
                <a:latin typeface="Source Code Pro"/>
                <a:ea typeface="Source Code Pro"/>
                <a:cs typeface="Source Code Pro"/>
              </a:defRPr>
            </a:pPr>
            <a:r>
              <a:rPr sz="1200" b="0">
                <a:solidFill>
                  <a:srgbClr val="666666"/>
                </a:solidFill>
                <a:latin typeface="Source Code Pro"/>
                <a:ea typeface="Source Code Pro"/>
                <a:cs typeface="Source Code Pro"/>
              </a:rPr>
              <a:t>Download notebooks as .ipynb, or export Python scripts (.py) from Colab.</a:t>
            </a:r>
          </a:p>
        </p:txBody>
      </p:sp>
    </p:spTree>
    <p:extLst>
      <p:ext uri="{BB962C8B-B14F-4D97-AF65-F5344CB8AC3E}">
        <p14:creationId xmlns:p14="http://schemas.microsoft.com/office/powerpoint/2010/main" val="180836499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93" name="Google Shape;193;p4">
            <a:extLst xmlns:a="http://schemas.openxmlformats.org/drawingml/2006/main">
              <a:ext uri="{FF2B5EF4-FFF2-40B4-BE49-F238E27FC236}">
                <a16:creationId xmlns:a16="http://schemas.microsoft.com/office/drawing/2014/main" id="{464EDE85-E990-4DD8-9F4F-5C2058FF0308}"/>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Following Along in Google Colab</a:t>
            </a:r>
            <a:endParaRPr/>
          </a:p>
        </p:txBody>
      </p:sp>
      <p:sp>
        <p:nvSpPr>
          <p:cNvPr id="194" name="Google Shape;194;p4">
            <a:extLst xmlns:a="http://schemas.openxmlformats.org/drawingml/2006/main">
              <a:ext uri="{FF2B5EF4-FFF2-40B4-BE49-F238E27FC236}">
                <a16:creationId xmlns:a16="http://schemas.microsoft.com/office/drawing/2014/main" id="{65F87C4D-9828-4B7D-9237-9D7897590BB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1000"/>
              <a:buFont typeface="Arial"/>
              <a:buNone/>
            </a:pPr>
            <a:fld id="{00000000-1234-1234-1234-123412341234}" type="slidenum">
              <a:rPr sz="1000" b="0" i="0" u="none" cap="none">
                <a:solidFill>
                  <a:schemeClr val="dk2"/>
                </a:solidFill>
                <a:latin typeface="Source Code Pro"/>
                <a:ea typeface="Source Code Pro"/>
                <a:cs typeface="Source Code Pro"/>
              </a:rPr>
              <a:t>‹#›</a:t>
            </a:fld>
            <a:endParaRPr sz="1000" b="0" i="0" u="none" cap="none">
              <a:solidFill>
                <a:schemeClr val="dk2"/>
              </a:solidFill>
              <a:latin typeface="Source Code Pro"/>
              <a:ea typeface="Source Code Pro"/>
              <a:cs typeface="Source Code Pro"/>
            </a:endParaRPr>
          </a:p>
        </p:txBody>
      </p:sp>
      <p:pic>
        <p:nvPicPr>
          <p:cNvPr id="205" name=""/>
          <p:cNvPicPr>
            <a:picLocks xmlns:a="http://schemas.openxmlformats.org/drawingml/2006/main" noChangeAspect="1"/>
          </p:cNvPicPr>
          <p:nvPr/>
        </p:nvPicPr>
        <p:blipFill>
          <a:blip xmlns:r="http://schemas.openxmlformats.org/officeDocument/2006/relationships" xmlns:a="http://schemas.openxmlformats.org/drawingml/2006/main" r:embed="R56d91814da4f4cb6"/>
          <a:stretch xmlns:a="http://schemas.openxmlformats.org/drawingml/2006/main"/>
        </p:blipFill>
        <p:spPr>
          <a:xfrm xmlns:a="http://schemas.openxmlformats.org/drawingml/2006/main">
            <a:off x="401596" y="1438275"/>
            <a:ext cx="5111834" cy="3429000"/>
          </a:xfrm>
          <a:prstGeom xmlns:a="http://schemas.openxmlformats.org/drawingml/2006/main" prst="rect">
            <a:avLst/>
          </a:prstGeom>
        </p:spPr>
      </p:pic>
      <p:sp>
        <p:nvSpPr>
          <p:cNvPr id="196" name="1  Open the notebook">
            <a:extLst xmlns:a="http://schemas.openxmlformats.org/drawingml/2006/main">
              <a:ext uri="{FF2B5EF4-FFF2-40B4-BE49-F238E27FC236}">
                <a16:creationId xmlns:a16="http://schemas.microsoft.com/office/drawing/2014/main" id="{2C7D1D14-7251-4E19-97E6-77EA70C8A94F}"/>
              </a:ext>
            </a:extLst>
          </p:cNvPr>
          <p:cNvSpPr>
            <a:spLocks xmlns:a="http://schemas.openxmlformats.org/drawingml/2006/main" noGrp="1"/>
          </p:cNvSpPr>
          <p:nvPr/>
        </p:nvSpPr>
        <p:spPr>
          <a:xfrm xmlns:a="http://schemas.openxmlformats.org/drawingml/2006/main">
            <a:off x="5905500" y="1524000"/>
            <a:ext cx="2819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725" b="0">
                <a:solidFill>
                  <a:srgbClr val="424242"/>
                </a:solidFill>
                <a:latin typeface="Oswald"/>
                <a:ea typeface="Oswald"/>
                <a:cs typeface="Oswald"/>
              </a:defRPr>
            </a:pPr>
            <a:r>
              <a:rPr sz="1725" b="0">
                <a:solidFill>
                  <a:srgbClr val="424242"/>
                </a:solidFill>
                <a:latin typeface="Oswald"/>
                <a:ea typeface="Oswald"/>
                <a:cs typeface="Oswald"/>
              </a:rPr>
              <a:t>1  Open the notebook</a:t>
            </a:r>
          </a:p>
        </p:txBody>
      </p:sp>
      <p:sp>
        <p:nvSpPr>
          <p:cNvPr id="197" name="Open a course Colab link.">
            <a:extLst xmlns:a="http://schemas.openxmlformats.org/drawingml/2006/main">
              <a:ext uri="{FF2B5EF4-FFF2-40B4-BE49-F238E27FC236}">
                <a16:creationId xmlns:a16="http://schemas.microsoft.com/office/drawing/2014/main" id="{3A83188E-7E56-47E4-B1BC-F69A9D728D65}"/>
              </a:ext>
            </a:extLst>
          </p:cNvPr>
          <p:cNvSpPr>
            <a:spLocks xmlns:a="http://schemas.openxmlformats.org/drawingml/2006/main" noGrp="1"/>
          </p:cNvSpPr>
          <p:nvPr/>
        </p:nvSpPr>
        <p:spPr>
          <a:xfrm xmlns:a="http://schemas.openxmlformats.org/drawingml/2006/main">
            <a:off x="5905500" y="1971675"/>
            <a:ext cx="2819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Open a course Colab link.</a:t>
            </a:r>
          </a:p>
        </p:txBody>
      </p:sp>
      <p:sp>
        <p:nvSpPr>
          <p:cNvPr id="198" name="2  Copy to Drive">
            <a:extLst xmlns:a="http://schemas.openxmlformats.org/drawingml/2006/main">
              <a:ext uri="{FF2B5EF4-FFF2-40B4-BE49-F238E27FC236}">
                <a16:creationId xmlns:a16="http://schemas.microsoft.com/office/drawing/2014/main" id="{95BF949D-E8BF-49C6-B161-4306195C8EDC}"/>
              </a:ext>
            </a:extLst>
          </p:cNvPr>
          <p:cNvSpPr>
            <a:spLocks xmlns:a="http://schemas.openxmlformats.org/drawingml/2006/main" noGrp="1"/>
          </p:cNvSpPr>
          <p:nvPr/>
        </p:nvSpPr>
        <p:spPr>
          <a:xfrm xmlns:a="http://schemas.openxmlformats.org/drawingml/2006/main">
            <a:off x="5905500" y="2514600"/>
            <a:ext cx="2819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725" b="0">
                <a:solidFill>
                  <a:srgbClr val="424242"/>
                </a:solidFill>
                <a:latin typeface="Oswald"/>
                <a:ea typeface="Oswald"/>
                <a:cs typeface="Oswald"/>
              </a:defRPr>
            </a:pPr>
            <a:r>
              <a:rPr sz="1725" b="0">
                <a:solidFill>
                  <a:srgbClr val="424242"/>
                </a:solidFill>
                <a:latin typeface="Oswald"/>
                <a:ea typeface="Oswald"/>
                <a:cs typeface="Oswald"/>
              </a:rPr>
              <a:t>2  Copy to Drive</a:t>
            </a:r>
          </a:p>
        </p:txBody>
      </p:sp>
      <p:sp>
        <p:nvSpPr>
          <p:cNvPr id="199" name="Save an editable copy.">
            <a:extLst xmlns:a="http://schemas.openxmlformats.org/drawingml/2006/main">
              <a:ext uri="{FF2B5EF4-FFF2-40B4-BE49-F238E27FC236}">
                <a16:creationId xmlns:a16="http://schemas.microsoft.com/office/drawing/2014/main" id="{0AD640AB-D989-49D2-B434-221DF6C4163A}"/>
              </a:ext>
            </a:extLst>
          </p:cNvPr>
          <p:cNvSpPr>
            <a:spLocks xmlns:a="http://schemas.openxmlformats.org/drawingml/2006/main" noGrp="1"/>
          </p:cNvSpPr>
          <p:nvPr/>
        </p:nvSpPr>
        <p:spPr>
          <a:xfrm xmlns:a="http://schemas.openxmlformats.org/drawingml/2006/main">
            <a:off x="5905500" y="2962275"/>
            <a:ext cx="2819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Save an editable copy.</a:t>
            </a:r>
          </a:p>
        </p:txBody>
      </p:sp>
      <p:sp>
        <p:nvSpPr>
          <p:cNvPr id="200" name="3  Connect and run">
            <a:extLst xmlns:a="http://schemas.openxmlformats.org/drawingml/2006/main">
              <a:ext uri="{FF2B5EF4-FFF2-40B4-BE49-F238E27FC236}">
                <a16:creationId xmlns:a16="http://schemas.microsoft.com/office/drawing/2014/main" id="{38DB3741-52C0-4CF0-B730-F0C0C7E70E80}"/>
              </a:ext>
            </a:extLst>
          </p:cNvPr>
          <p:cNvSpPr>
            <a:spLocks xmlns:a="http://schemas.openxmlformats.org/drawingml/2006/main" noGrp="1"/>
          </p:cNvSpPr>
          <p:nvPr/>
        </p:nvSpPr>
        <p:spPr>
          <a:xfrm xmlns:a="http://schemas.openxmlformats.org/drawingml/2006/main">
            <a:off x="5905500" y="3514725"/>
            <a:ext cx="2819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725" b="0">
                <a:solidFill>
                  <a:srgbClr val="424242"/>
                </a:solidFill>
                <a:latin typeface="Oswald"/>
                <a:ea typeface="Oswald"/>
                <a:cs typeface="Oswald"/>
              </a:defRPr>
            </a:pPr>
            <a:r>
              <a:rPr sz="1725" b="0">
                <a:solidFill>
                  <a:srgbClr val="424242"/>
                </a:solidFill>
                <a:latin typeface="Oswald"/>
                <a:ea typeface="Oswald"/>
                <a:cs typeface="Oswald"/>
              </a:rPr>
              <a:t>3  Connect and run</a:t>
            </a:r>
          </a:p>
        </p:txBody>
      </p:sp>
      <p:sp>
        <p:nvSpPr>
          <p:cNvPr id="201" name="Run each cell in order.">
            <a:extLst xmlns:a="http://schemas.openxmlformats.org/drawingml/2006/main">
              <a:ext uri="{FF2B5EF4-FFF2-40B4-BE49-F238E27FC236}">
                <a16:creationId xmlns:a16="http://schemas.microsoft.com/office/drawing/2014/main" id="{00C78B58-31F1-4D61-AA2D-1EBAF6E4C5B1}"/>
              </a:ext>
            </a:extLst>
          </p:cNvPr>
          <p:cNvSpPr>
            <a:spLocks xmlns:a="http://schemas.openxmlformats.org/drawingml/2006/main" noGrp="1"/>
          </p:cNvSpPr>
          <p:nvPr/>
        </p:nvSpPr>
        <p:spPr>
          <a:xfrm xmlns:a="http://schemas.openxmlformats.org/drawingml/2006/main">
            <a:off x="5905500" y="3962400"/>
            <a:ext cx="2819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Run each cell in order.</a:t>
            </a:r>
          </a:p>
          <a:p xmlns:a="http://schemas.openxmlformats.org/drawingml/2006/main">
            <a:pPr algn="l">
              <a:lnSpc>
                <a:spcPct val="120000"/>
              </a:lnSpc>
              <a:buNone/>
              <a:defRPr sz="1350" b="0">
                <a:solidFill>
                  <a:srgbClr val="424242"/>
                </a:solidFill>
                <a:latin typeface="Source Code Pro"/>
                <a:ea typeface="Source Code Pro"/>
                <a:cs typeface="Source Code Pro"/>
              </a:defRPr>
            </a:pPr>
            <a:r>
              <a:rPr sz="1350" b="0">
                <a:solidFill>
                  <a:srgbClr val="424242"/>
                </a:solidFill>
                <a:latin typeface="Source Code Pro"/>
                <a:ea typeface="Source Code Pro"/>
                <a:cs typeface="Source Code Pro"/>
              </a:rPr>
              <a:t>We'll explain the setup.</a:t>
            </a:r>
          </a:p>
        </p:txBody>
      </p:sp>
      <p:sp>
        <p:nvSpPr>
          <p:cNvPr id="202" name="Open the example in Colab">
            <a:extLst xmlns:a="http://schemas.openxmlformats.org/drawingml/2006/main">
              <a:ext uri="{FF2B5EF4-FFF2-40B4-BE49-F238E27FC236}">
                <a16:creationId xmlns:a16="http://schemas.microsoft.com/office/drawing/2014/main" id="{626A3D27-DDFF-4585-B7D9-70EE08114665}"/>
              </a:ext>
            </a:extLst>
          </p:cNvPr>
          <p:cNvSpPr>
            <a:spLocks xmlns:a="http://schemas.openxmlformats.org/drawingml/2006/main" noGrp="1"/>
          </p:cNvSpPr>
          <p:nvPr/>
        </p:nvSpPr>
        <p:spPr>
          <a:xfrm xmlns:a="http://schemas.openxmlformats.org/drawingml/2006/main">
            <a:off x="5905500" y="4543425"/>
            <a:ext cx="2819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200" b="0">
                <a:solidFill>
                  <a:srgbClr val="00838F"/>
                </a:solidFill>
                <a:latin typeface="Source Code Pro"/>
                <a:ea typeface="Source Code Pro"/>
                <a:cs typeface="Source Code Pro"/>
              </a:defRPr>
            </a:pPr>
            <a:r>
              <a:rPr sz="1200" b="0" u="sng">
                <a:solidFill>
                  <a:srgbClr val="00838F"/>
                </a:solidFill>
                <a:latin typeface="Source Code Pro"/>
                <a:ea typeface="Source Code Pro"/>
                <a:cs typeface="Source Code Pro"/>
                <a:hlinkClick xmlns:r="http://schemas.openxmlformats.org/officeDocument/2006/relationships" r:id="R59b7193ad4c640f7"/>
              </a:rPr>
              <a:t>Open the example in Colab</a:t>
            </a:r>
          </a:p>
        </p:txBody>
      </p:sp>
    </p:spTree>
    <p:extLst>
      <p:ext uri="{BB962C8B-B14F-4D97-AF65-F5344CB8AC3E}">
        <p14:creationId xmlns:p14="http://schemas.microsoft.com/office/powerpoint/2010/main" val="205813006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08" name="Google Shape;208;p5">
            <a:extLst xmlns:a="http://schemas.openxmlformats.org/drawingml/2006/main">
              <a:ext uri="{FF2B5EF4-FFF2-40B4-BE49-F238E27FC236}">
                <a16:creationId xmlns:a16="http://schemas.microsoft.com/office/drawing/2014/main" id="{D55A19A9-85AA-4AC5-BED4-7DE4D0CC346F}"/>
              </a:ext>
            </a:extLst>
          </p:cNvPr>
          <p:cNvSpPr>
            <a:spLocks xmlns:a="http://schemas.openxmlformats.org/drawingml/2006/main" noGrp="1"/>
          </p:cNvSpPr>
          <p:nvPr>
            <p:ph type="title" idx="0"/>
          </p:nvPr>
        </p:nvSpPr>
        <p:spPr>
          <a:xfrm xmlns:a="http://schemas.openxmlformats.org/drawingml/2006/main">
            <a:off x="400050" y="523875"/>
            <a:ext cx="8343900" cy="5905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lvl="0" indent="0" algn="l">
              <a:lnSpc>
                <a:spcPct val="100000"/>
              </a:lnSpc>
              <a:spcBef>
                <a:spcPts val="0"/>
              </a:spcBef>
              <a:spcAft>
                <a:spcPts val="0"/>
              </a:spcAft>
              <a:buSzPts val="3000"/>
              <a:buNone/>
              <a:defRPr sz="3000">
                <a:solidFill>
                  <a:srgbClr val="424242"/>
                </a:solidFill>
                <a:latin typeface="Oswald"/>
                <a:ea typeface="Oswald"/>
                <a:cs typeface="Oswald"/>
              </a:defRPr>
            </a:pPr>
            <a:r>
              <a:rPr sz="3000">
                <a:solidFill>
                  <a:srgbClr val="424242"/>
                </a:solidFill>
                <a:latin typeface="Oswald"/>
                <a:ea typeface="Oswald"/>
                <a:cs typeface="Oswald"/>
              </a:rPr>
              <a:t>The Course Code on GitHub</a:t>
            </a:r>
            <a:endParaRPr/>
          </a:p>
        </p:txBody>
      </p:sp>
      <p:sp>
        <p:nvSpPr>
          <p:cNvPr id="209" name="Google Shape;209;p5">
            <a:extLst xmlns:a="http://schemas.openxmlformats.org/drawingml/2006/main">
              <a:ext uri="{FF2B5EF4-FFF2-40B4-BE49-F238E27FC236}">
                <a16:creationId xmlns:a16="http://schemas.microsoft.com/office/drawing/2014/main" id="{20D8540A-584B-4F49-9C48-1C8703A54D54}"/>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p xmlns:a="http://schemas.openxmlformats.org/drawingml/2006/main">
            <a:pPr marL="0" marR="0" lvl="0" indent="0" algn="r">
              <a:lnSpc>
                <a:spcPct val="100000"/>
              </a:lnSpc>
              <a:spcBef>
                <a:spcPts val="0"/>
              </a:spcBef>
              <a:spcAft>
                <a:spcPts val="0"/>
              </a:spcAft>
              <a:buClr>
                <a:srgbClr val="000000"/>
              </a:buClr>
              <a:buSzPts val="1000"/>
              <a:buFont typeface="Arial"/>
              <a:buNone/>
            </a:pPr>
            <a:fld id="{00000000-1234-1234-1234-123412341234}" type="slidenum">
              <a:rPr sz="1000" b="0" i="0" u="none" cap="none">
                <a:solidFill>
                  <a:schemeClr val="dk2"/>
                </a:solidFill>
                <a:latin typeface="Source Code Pro"/>
                <a:ea typeface="Source Code Pro"/>
                <a:cs typeface="Source Code Pro"/>
              </a:rPr>
              <a:t>‹#›</a:t>
            </a:fld>
            <a:endParaRPr sz="1000" b="0" i="0" u="none" cap="none">
              <a:solidFill>
                <a:schemeClr val="dk2"/>
              </a:solidFill>
              <a:latin typeface="Source Code Pro"/>
              <a:ea typeface="Source Code Pro"/>
              <a:cs typeface="Source Code Pro"/>
            </a:endParaRPr>
          </a:p>
        </p:txBody>
      </p:sp>
      <p:pic>
        <p:nvPicPr>
          <p:cNvPr id="216" name=""/>
          <p:cNvPicPr>
            <a:picLocks xmlns:a="http://schemas.openxmlformats.org/drawingml/2006/main" noChangeAspect="1"/>
          </p:cNvPicPr>
          <p:nvPr/>
        </p:nvPicPr>
        <p:blipFill>
          <a:blip xmlns:r="http://schemas.openxmlformats.org/officeDocument/2006/relationships" xmlns:a="http://schemas.openxmlformats.org/drawingml/2006/main" r:embed="Rd82f59474e274849"/>
          <a:stretch xmlns:a="http://schemas.openxmlformats.org/drawingml/2006/main"/>
        </p:blipFill>
        <p:spPr>
          <a:xfrm xmlns:a="http://schemas.openxmlformats.org/drawingml/2006/main">
            <a:off x="717215" y="1438275"/>
            <a:ext cx="3280445" cy="2886075"/>
          </a:xfrm>
          <a:prstGeom xmlns:a="http://schemas.openxmlformats.org/drawingml/2006/main" prst="rect">
            <a:avLst/>
          </a:prstGeom>
        </p:spPr>
      </p:pic>
      <p:pic>
        <p:nvPicPr>
          <p:cNvPr id="217" name=""/>
          <p:cNvPicPr>
            <a:picLocks xmlns:a="http://schemas.openxmlformats.org/drawingml/2006/main" noChangeAspect="1"/>
          </p:cNvPicPr>
          <p:nvPr/>
        </p:nvPicPr>
        <p:blipFill>
          <a:blip xmlns:r="http://schemas.openxmlformats.org/officeDocument/2006/relationships" xmlns:a="http://schemas.openxmlformats.org/drawingml/2006/main" r:embed="R2843b4ebc7024c4a"/>
          <a:stretch xmlns:a="http://schemas.openxmlformats.org/drawingml/2006/main"/>
        </p:blipFill>
        <p:spPr>
          <a:xfrm xmlns:a="http://schemas.openxmlformats.org/drawingml/2006/main">
            <a:off x="4901528" y="1447800"/>
            <a:ext cx="3589093" cy="2886075"/>
          </a:xfrm>
          <a:prstGeom xmlns:a="http://schemas.openxmlformats.org/drawingml/2006/main" prst="rect">
            <a:avLst/>
          </a:prstGeom>
        </p:spPr>
      </p:pic>
      <p:sp>
        <p:nvSpPr>
          <p:cNvPr id="212" name="Open the course repository">
            <a:extLst xmlns:a="http://schemas.openxmlformats.org/drawingml/2006/main">
              <a:ext uri="{FF2B5EF4-FFF2-40B4-BE49-F238E27FC236}">
                <a16:creationId xmlns:a16="http://schemas.microsoft.com/office/drawing/2014/main" id="{AAAD326A-604D-48B7-8440-BDBDB80BCAAF}"/>
              </a:ext>
            </a:extLst>
          </p:cNvPr>
          <p:cNvSpPr>
            <a:spLocks xmlns:a="http://schemas.openxmlformats.org/drawingml/2006/main" noGrp="1"/>
          </p:cNvSpPr>
          <p:nvPr/>
        </p:nvSpPr>
        <p:spPr>
          <a:xfrm xmlns:a="http://schemas.openxmlformats.org/drawingml/2006/main">
            <a:off x="400050" y="4467225"/>
            <a:ext cx="39147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350" b="0">
                <a:solidFill>
                  <a:srgbClr val="00838F"/>
                </a:solidFill>
                <a:latin typeface="Source Code Pro"/>
                <a:ea typeface="Source Code Pro"/>
                <a:cs typeface="Source Code Pro"/>
              </a:defRPr>
            </a:pPr>
            <a:r>
              <a:rPr sz="1350" b="0" u="sng">
                <a:solidFill>
                  <a:srgbClr val="00838F"/>
                </a:solidFill>
                <a:latin typeface="Source Code Pro"/>
                <a:ea typeface="Source Code Pro"/>
                <a:cs typeface="Source Code Pro"/>
                <a:hlinkClick xmlns:r="http://schemas.openxmlformats.org/officeDocument/2006/relationships" r:id="R4af4b2ff927a4c89"/>
              </a:rPr>
              <a:t>Open the course repository</a:t>
            </a:r>
          </a:p>
        </p:txBody>
      </p:sp>
      <p:sp>
        <p:nvSpPr>
          <p:cNvPr id="213" name="Code, then Download ZIP">
            <a:extLst xmlns:a="http://schemas.openxmlformats.org/drawingml/2006/main">
              <a:ext uri="{FF2B5EF4-FFF2-40B4-BE49-F238E27FC236}">
                <a16:creationId xmlns:a16="http://schemas.microsoft.com/office/drawing/2014/main" id="{A46ACB0B-0AD1-41AD-919A-0212C388D73A}"/>
              </a:ext>
            </a:extLst>
          </p:cNvPr>
          <p:cNvSpPr>
            <a:spLocks xmlns:a="http://schemas.openxmlformats.org/drawingml/2006/main" noGrp="1"/>
          </p:cNvSpPr>
          <p:nvPr/>
        </p:nvSpPr>
        <p:spPr>
          <a:xfrm xmlns:a="http://schemas.openxmlformats.org/drawingml/2006/main">
            <a:off x="4762500" y="4467225"/>
            <a:ext cx="3867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0000"/>
              </a:lnSpc>
              <a:buNone/>
              <a:defRPr sz="1500" b="1">
                <a:solidFill>
                  <a:srgbClr val="E91D63"/>
                </a:solidFill>
                <a:latin typeface="Source Code Pro"/>
                <a:ea typeface="Source Code Pro"/>
                <a:cs typeface="Source Code Pro"/>
              </a:defRPr>
            </a:pPr>
            <a:r>
              <a:rPr sz="1500" b="1">
                <a:solidFill>
                  <a:srgbClr val="E91D63"/>
                </a:solidFill>
                <a:latin typeface="Source Code Pro"/>
                <a:ea typeface="Source Code Pro"/>
                <a:cs typeface="Source Code Pro"/>
              </a:rPr>
              <a:t>Code, then Download ZIP</a:t>
            </a:r>
          </a:p>
        </p:txBody>
      </p:sp>
    </p:spTree>
    <p:extLst>
      <p:ext uri="{BB962C8B-B14F-4D97-AF65-F5344CB8AC3E}">
        <p14:creationId xmlns:p14="http://schemas.microsoft.com/office/powerpoint/2010/main" val="1770179568"/>
      </p:ext>
    </p:extLst>
  </p:cSld>
</p:sld>
</file>

<file path=ppt/theme/theme1.xml><?xml version="1.0" encoding="utf-8"?>
<a:theme xmlns:a="http://schemas.openxmlformats.org/drawingml/2006/main" name="Modern Writer">
  <a:themeElements>
    <a:clrScheme name="Modern Writer">
      <a:dk1>
        <a:srgbClr val="E91D63"/>
      </a:dk1>
      <a:lt1>
        <a:srgbClr val="FFFFFF"/>
      </a:lt1>
      <a:dk2>
        <a:srgbClr val="424242"/>
      </a:dk2>
      <a:lt2>
        <a:srgbClr val="999999"/>
      </a:lt2>
      <a:accent1>
        <a:srgbClr val="607D8B"/>
      </a:accent1>
      <a:accent2>
        <a:srgbClr val="673AB7"/>
      </a:accent2>
      <a:accent3>
        <a:srgbClr val="9C26B0"/>
      </a:accent3>
      <a:accent4>
        <a:srgbClr val="0090AC"/>
      </a:accent4>
      <a:accent5>
        <a:srgbClr val="00838F"/>
      </a:accent5>
      <a:accent6>
        <a:srgbClr val="F8E71C"/>
      </a:accent6>
      <a:hlink>
        <a:srgbClr val="00838F"/>
      </a:hlink>
      <a:folHlink>
        <a:srgbClr val="0083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odern Write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2026-10-01T10:18:19.7640000Z</dcterms:created>
  <dcterms:modified xsi:type="dcterms:W3CDTF">2026-10-01T10:18:19.7640000Z</dcterms:modified>
</coreProperties>
</file>