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Analyzing Images with ChatGPT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an assistant answers questions about a picture you hand it.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Question About a Picture You Supply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2664" y="1389888"/>
            <a:ext cx="3520439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You attach a picture and ask a question about it. The image is turned into tokens and placed in the context beside your words, so what comes back is reasoning about the picture rather than a lookup of it. That is what people mean by vision.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443984" cy="3236976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44398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44398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1107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1819656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" y="1819656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5" b="0">
                <a:solidFill>
                  <a:srgbClr val="C6C7D0"/>
                </a:solidFill>
                <a:latin typeface="Arial"/>
              </a:rPr>
              <a:t>attached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68833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889504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What is this chart showing, and what stands out?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3154680"/>
            <a:ext cx="4224528" cy="914400"/>
          </a:xfrm>
          <a:prstGeom prst="roundRect">
            <a:avLst>
              <a:gd name="adj" fmla="val 4999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327355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474720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Monthly signups, January to December.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685032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is flat until August, then roughly doubles.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4215384"/>
            <a:ext cx="4151376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0936" y="4288536"/>
            <a:ext cx="3529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26110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389120" y="42611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Reads Well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20848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7822"/>
                <a:gridCol w="6964385"/>
              </a:tblGrid>
              <a:tr h="34747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Ask it to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comes back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Describe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is in the frame, and what is happening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Read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text printed clearly enough to see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Interpret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shape of a chart, the point of a diagram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Compare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differs between two pictures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Critique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is confusing about a layout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75887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 row is a question about meaning, not measurement. Hold on to that distinction - it predicts almost every case where the answer comes back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One Reading of the Picture, Taken Before You Ask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1239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attach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5986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 image and a question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9156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61239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is resized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5986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to fit a fixed budget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9156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143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61239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is cut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95986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into a grid of patches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9156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143000"/>
          </a:xfrm>
          <a:prstGeom prst="roundRect">
            <a:avLst>
              <a:gd name="adj" fmla="val 400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65963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Each 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2007107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becomes 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274320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Why it is resized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3127248"/>
            <a:ext cx="402336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patch is one small square of the picture, and every model has a ceiling on how many of them an image may use. A big picture is scaled down until it fits, and detail that falls below the grid is not blurred - it is absent.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274320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What it costs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9744" y="312724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Patches become input tokens. They take up the same finite context as your words, and where you pay per token they are billed like any other input - a screenshot costs what a long prompt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Picture Arrives as Tokens, Not as Pixels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Tokens from your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one fixed reading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Anything already in the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earlier images included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Your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typed just now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One stream of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221992"/>
            <a:ext cx="28895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This is the honest version of "it can see". It cannot look again, zoom in, or go back for a corner it skipped. It gets one reading of the picture, taken before it knew what you would 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 and Enlarge What You Are Asking About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17320" y="1389888"/>
            <a:ext cx="2468880" cy="1600200"/>
          </a:xfrm>
          <a:prstGeom prst="rect">
            <a:avLst/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72593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03454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34315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65176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96037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26898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57759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417320" y="170992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417320" y="2029967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417320" y="235000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417320" y="267004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960370" y="2029967"/>
            <a:ext cx="308610" cy="320040"/>
          </a:xfrm>
          <a:prstGeom prst="rect">
            <a:avLst/>
          </a:prstGeom>
          <a:noFill/>
          <a:ln w="1905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ight Arrow 38"/>
          <p:cNvSpPr/>
          <p:nvPr/>
        </p:nvSpPr>
        <p:spPr>
          <a:xfrm>
            <a:off x="4270248" y="2130552"/>
            <a:ext cx="603504" cy="128016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57800" y="1389888"/>
            <a:ext cx="2468880" cy="1600200"/>
          </a:xfrm>
          <a:prstGeom prst="rect">
            <a:avLst/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56641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87502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18363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49224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80085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10946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418070" y="1389888"/>
            <a:ext cx="7315" cy="1600200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57800" y="170992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257800" y="2029967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257800" y="235000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257800" y="2670048"/>
            <a:ext cx="2468880" cy="7315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412105" y="1549908"/>
            <a:ext cx="2160270" cy="1280160"/>
          </a:xfrm>
          <a:prstGeom prst="rect">
            <a:avLst/>
          </a:prstGeom>
          <a:noFill/>
          <a:ln w="1905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417320" y="31272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The whole screen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31272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Cropped and enlarged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" y="3529584"/>
            <a:ext cx="8522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patch covers a fixed square of the picture, so what matters is how much of your subject falls inside one. Send the whole screen and the thing you are asking about sits inside a patch or two; crop to that region and enlarge it, and the same subject is spread across the whole grid. That is the cheapest fix for "it misread the small text".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Stops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Safe to act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What is in the picture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Printed text at a readable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The direction a chart is heading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Whether two images differ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389888"/>
            <a:ext cx="4078224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Verify before you 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Exact counts of anything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Small text, or text that is rotated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Precisely where things 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Dashed against solid 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182111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Numbers off a dense 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3749039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Everything on the right is a precision task, and precision is the first thing a patch grid throws away. It is not carelessness - the detail was gone before the model read the picture. It never reads the file name or the metadata either, only the picture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A Specific Question Beats "What Is This"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2664" y="1389888"/>
            <a:ext cx="3520439" cy="3136392"/>
          </a:xfrm>
        </p:spPr>
        <p:txBody>
          <a:bodyPr wrap="square" anchor="ctr"/>
          <a:lstStyle/>
          <a:p>
            <a:pPr marL="0" indent="0">
              <a:buNone/>
            </a:pPr>
            <a:r>
              <a:t>"What is this?" gets you a caption. Name what you want read, name the shape you want it in, and give it a way to say it could not see something. The reply stops being plausible and starts being checkable.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443984" cy="3136392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44398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44398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1107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each bar's label and value into a table.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Write "unclear" if a label is not legible.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496312"/>
            <a:ext cx="4224528" cy="1472184"/>
          </a:xfrm>
          <a:prstGeom prst="roundRect">
            <a:avLst>
              <a:gd name="adj" fmla="val 310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16352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straight off the axis where I could: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21792" y="3081528"/>
          <a:ext cx="3931920" cy="713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60"/>
                <a:gridCol w="1965960"/>
              </a:tblGrid>
              <a:tr h="237744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F7F7FA"/>
                          </a:solidFill>
                          <a:latin typeface="Arial"/>
                        </a:rPr>
                        <a:t>Bar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F7F7FA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1,240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5" b="0">
                          <a:solidFill>
                            <a:srgbClr val="F7F7FA"/>
                          </a:solidFill>
                          <a:latin typeface="Arial"/>
                        </a:rPr>
                        <a:t>unclear</a:t>
                      </a:r>
                    </a:p>
                  </a:txBody>
                  <a:tcPr marL="45720" marR="45720" marT="9144" marB="9144" anchor="ctr">
                    <a:lnL w="6350" cap="flat">
                      <a:solidFill>
                        <a:srgbClr val="F7F7FA"/>
                      </a:solidFill>
                    </a:lnL>
                    <a:lnR w="6350" cap="flat">
                      <a:solidFill>
                        <a:srgbClr val="F7F7FA"/>
                      </a:solidFill>
                    </a:lnR>
                    <a:lnT w="6350" cap="flat">
                      <a:solidFill>
                        <a:srgbClr val="F7F7FA"/>
                      </a:solidFill>
                    </a:lnT>
                    <a:lnB w="6350" cap="flat">
                      <a:solidFill>
                        <a:srgbClr val="F7F7FA"/>
                      </a:solidFill>
                    </a:lnB>
                    <a:solidFill>
                      <a:srgbClr val="303138"/>
                    </a:solidFill>
                  </a:tcPr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512064" y="4114800"/>
            <a:ext cx="4151376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0936" y="4187952"/>
            <a:ext cx="3529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160520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389120" y="4160520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It Quote Before It Interprets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2664" y="1389888"/>
            <a:ext cx="3520439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Quoting first splits one hard job into two easy ones: read, then reason. You can see what it read, so a wrong answer tells you whether it misread the picture or misread you - and "unclear" becomes an allowed answer instead of a guess.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443984" cy="3209544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44398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44398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1107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First, list the text you can actually read in 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image, word for word. Mark anything you cannot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441448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as unclear. Then answer: which region 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651760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below target?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" y="2916936"/>
            <a:ext cx="4224528" cy="1124712"/>
          </a:xfrm>
          <a:prstGeom prst="roundRect">
            <a:avLst>
              <a:gd name="adj" fmla="val 406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303580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36976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Read: "North 112%", "South 98%". The third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447288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row is not legible.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3703320"/>
            <a:ext cx="284035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792" y="3712464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Answer: South, of the two I can read.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" y="4187952"/>
            <a:ext cx="4151376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0936" y="4261104"/>
            <a:ext cx="3529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4233672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89120" y="4233672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Second Image Gives It Something to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2664" y="1389888"/>
            <a:ext cx="3520439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Images arrive in the order you attach them, in one context, so the second is something the model can hold against the first - a before and after, frames of a sequence, an example you want matched. Each one brings its own tokens, so attach the ones that carry the argument.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443984" cy="3236976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44398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44398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1107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1819656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" y="1819656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5" b="0">
                <a:solidFill>
                  <a:srgbClr val="C6C7D0"/>
                </a:solidFill>
                <a:latin typeface="Arial"/>
              </a:rPr>
              <a:t>image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1819656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194560" y="1819656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5" b="0">
                <a:solidFill>
                  <a:srgbClr val="C6C7D0"/>
                </a:solidFill>
                <a:latin typeface="Arial"/>
              </a:rPr>
              <a:t>image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68833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2889504"/>
            <a:ext cx="41513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What changed between the first and the second?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3154680"/>
            <a:ext cx="4224528" cy="914400"/>
          </a:xfrm>
          <a:prstGeom prst="roundRect">
            <a:avLst>
              <a:gd name="adj" fmla="val 4999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792" y="327355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474720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headline moved above the form, and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685032"/>
            <a:ext cx="3931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second button is gone.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4215384"/>
            <a:ext cx="4151376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4288536"/>
            <a:ext cx="3529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426110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389120" y="42611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Attach a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A screen or scene you cannot easily describe</a:t>
            </a:r>
          </a:p>
          <a:p>
            <a:r>
              <a:t>A chart whose shape you want described</a:t>
            </a:r>
          </a:p>
          <a:p>
            <a:r>
              <a:t>A layout or design you want criticised</a:t>
            </a:r>
          </a:p>
          <a:p>
            <a:r>
              <a:t>Two versions you want compared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A spreadsheet you could upload as a file</a:t>
            </a:r>
          </a:p>
          <a:p>
            <a:r>
              <a:t>Anything whose exact numbers must be right</a:t>
            </a:r>
          </a:p>
          <a:p>
            <a:r>
              <a:t>A count you would have to defend</a:t>
            </a:r>
          </a:p>
          <a:p>
            <a:r>
              <a:t>A document whose text you could export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Worth attaching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Send something else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do it live in the tool.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Attach one image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ask a deliberately vague question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again, specifically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 the reading, name the format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Make it quote first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then answer from its own list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Attach a second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ask what 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