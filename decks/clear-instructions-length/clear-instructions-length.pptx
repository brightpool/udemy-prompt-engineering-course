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Specifying 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measurable target helps ChatGPT choose the right level of detail.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Length Is Part of the Output Contract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8522208" cy="841248"/>
          </a:xfrm>
          <a:prstGeom prst="roundRect">
            <a:avLst>
              <a:gd name="adj" fmla="val 6521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" y="150876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Open-ended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1728216"/>
            <a:ext cx="8119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Summarise this report. Keep it short.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432304"/>
            <a:ext cx="8522208" cy="1133856"/>
          </a:xfrm>
          <a:prstGeom prst="roundRect">
            <a:avLst>
              <a:gd name="adj" fmla="val 483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5511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Measurable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" y="2761488"/>
            <a:ext cx="4772025" cy="210312"/>
          </a:xfrm>
          <a:prstGeom prst="roundRect">
            <a:avLst>
              <a:gd name="adj" fmla="val 1739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2064" y="2770632"/>
            <a:ext cx="8119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Summarise this report in 120 to 150 words for a senior manager.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980944"/>
            <a:ext cx="8119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Prioritise the decision, the evidence and the main risk.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" y="3749039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word range, item count or reading time gives both you and the model a shared target. Priority tells the model what deserves the limited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Length Works with Audience and Priority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Audience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6313" y="1389888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who will read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1947672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1947672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6313" y="1947672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what they need to 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505456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505456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Length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6313" y="2505456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words, items or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063240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3063240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Priority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6313" y="3063240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what survives the cut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1627632"/>
            <a:ext cx="3273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Length alone can create a neat answer that omits the important point. Pair the limit with a clear statement of what must remain.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The Answer Fits the Place Where It Will Be Used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21762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1328"/>
                <a:gridCol w="3218688"/>
                <a:gridCol w="3822191"/>
              </a:tblGrid>
              <a:tr h="43525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Vague length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Measurable length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Interpretation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Short means different things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Target can be checked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Editing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Cut after generation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Detail is selected up front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Consistency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Varies widely between runs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Outputs are easier to compare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Too long for the channel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Tight limit drops key context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Now we use one report and compare an open-ended summary with a measured one.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for short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run the vague version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Set a word range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make it measurable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Name the priority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protect key content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Compare the outputs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check fit and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