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Reasoning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A model that generates its own working before it answers, trading time and tokens for a better shot at a hard question.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Model That Works the Problem Out First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426464"/>
            <a:ext cx="3758184" cy="2834640"/>
          </a:xfrm>
        </p:spPr>
        <p:txBody>
          <a:bodyPr wrap="square" anchor="ctr"/>
          <a:lstStyle/>
          <a:p>
            <a:pPr marL="0" indent="0">
              <a:buNone/>
            </a:pPr>
            <a:r>
              <a:t>A reasoning model does not start answering straight away. It first generates a stretch of working - approaches tried, sums checked, wrong turns abandoned - and only then writes the reply you read.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206240" cy="2834640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Raise prices, or add a cheaper tier?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3225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Thought for 24 seconds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578608"/>
            <a:ext cx="3986783" cy="1124712"/>
          </a:xfrm>
          <a:prstGeom prst="roundRect">
            <a:avLst>
              <a:gd name="adj" fmla="val 4065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792" y="269748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98648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Add the cheaper tier first -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108960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measures the price sensitivity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31927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rise can only guess 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3849624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0936" y="3922776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51376" y="389534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151376" y="389534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Question, Sent Two Ways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17720" y="1426464"/>
            <a:ext cx="4160520" cy="2606040"/>
          </a:xfrm>
          <a:prstGeom prst="roundRect">
            <a:avLst>
              <a:gd name="adj" fmla="val 181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17720" y="1426464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617720" y="1619585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64024" y="1508760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After thinking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4024" y="2057400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Lose 3 of 40 clients, raise fees 10%?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4024" y="23225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Thought for 24 seconds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4024" y="2523744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C6C7D0"/>
                </a:solidFill>
                <a:latin typeface="Arial"/>
              </a:rPr>
              <a:t>40 x £1,200 = £48,000; 37 x £1,320 = £48,840.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27448" y="2770632"/>
            <a:ext cx="3941063" cy="704088"/>
          </a:xfrm>
          <a:prstGeom prst="roundRect">
            <a:avLst>
              <a:gd name="adj" fmla="val 649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73752" y="288950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3090672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Up about 1.75% - £840 a month more.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64024" y="3621024"/>
            <a:ext cx="386791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882896" y="3694176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7615" y="366674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57615" y="366674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1426464"/>
            <a:ext cx="4160520" cy="2606040"/>
          </a:xfrm>
          <a:prstGeom prst="roundRect">
            <a:avLst>
              <a:gd name="adj" fmla="val 210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65760" y="1426464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65760" y="1619585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12064" y="1508760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82696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Instant reply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" y="2057400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Lose 3 of 40 clients, raise fees 10%?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2322576"/>
            <a:ext cx="3941063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1792" y="244144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642616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Revenue dips slightly - a 10% rise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2852928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will not cover losing 3 clients.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2064" y="3621024"/>
            <a:ext cx="386791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0936" y="3694176"/>
            <a:ext cx="32461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05656" y="366674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105656" y="366674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" y="4178808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Same question, same account, two settings. The instant reply is not stupid, it is unchecked: it never did the two sums on the right, and it guessed the direction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Is Not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Not this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bigger, newer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model that searches the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separate product you buy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389888"/>
            <a:ext cx="40782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The same model, given room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Working written before the reply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An effort dial you can 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602736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Thinking is a setting, not a different tool. One model can answer in a second or work for a minute, and how much it thinks is something you choose per question.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It Writes to Itself Before It Writes to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51576" y="1389888"/>
            <a:ext cx="3081528" cy="2578608"/>
          </a:xfrm>
        </p:spPr>
        <p:txBody>
          <a:bodyPr wrap="square" anchor="ctr"/>
          <a:lstStyle/>
          <a:p>
            <a:pPr marL="0" indent="0">
              <a:buNone/>
            </a:pPr>
            <a:r>
              <a:t>There is no separate thinking machine. The model produces text the only way it can, one token at a time - it just produces a first batch for itself. You pay for those tokens and you wait for them.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937760" cy="7315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56763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Your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6664" y="1389888"/>
            <a:ext cx="19769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what you typed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185416"/>
            <a:ext cx="4937760" cy="731520"/>
          </a:xfrm>
          <a:prstGeom prst="roundRect">
            <a:avLst>
              <a:gd name="adj" fmla="val 500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185416"/>
            <a:ext cx="256763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Reasoning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2185416"/>
            <a:ext cx="19769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summarised, not shown raw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980944"/>
            <a:ext cx="4937760" cy="7315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980944"/>
            <a:ext cx="256763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26664" y="2980944"/>
            <a:ext cx="197693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what appears on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Effort Is a Dial, Not a Switch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9144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4533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No thinking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892807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replies at once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80136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9144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54533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A little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892807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quick check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80136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9144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54533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More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892807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options weighed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80136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9144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54533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A 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892807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careful working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310896" y="2596896"/>
          <a:ext cx="8522207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74189"/>
                <a:gridCol w="3024009"/>
                <a:gridCol w="302400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Turn the dial up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On an easy question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On a hard question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wait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same answer, slower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worth the wait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generate more tokens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pay for nothing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pay for care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model checks itself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there was nothing to catch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it catches its slips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10896" y="42611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Where the dial sits changes with every release. That it exists, and what it trades away, does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Pause Costs You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9099"/>
                <a:gridCol w="2474189"/>
                <a:gridCol w="329891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Tokens in one answer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Do you read them?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Billed as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Your prompt and history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wrote them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input, the baseline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prompt you resend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wrote it once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cached input, discounted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model's working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no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output, the dearest rate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reply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output, the dearest rate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02736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Working you never read is billed at the same rate as the reply you do, and output is the dearest of the three rates. That is the whole trade: you are paying, in cash and in waiting, for 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Hard Questions Stop Failing Quietly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0916"/>
                <a:gridCol w="3024009"/>
                <a:gridCol w="320728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Answered at once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Answered after thinking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An easy question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right, immediately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right, after a wait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multi-step problem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plausible, sometimes wrong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worked through, then checked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An ambiguous brief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picks one reading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notices there are two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confidently wrong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slow, dear, over-thought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419856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gain is not that it knows more. It is that a slip gets caught before you read it, which only helps on work where a slip was likely in the first 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the Thinking Time Is Worth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Multi-step sums and money maths</a:t>
            </a:r>
          </a:p>
          <a:p>
            <a:r>
              <a:t>Reviewing or debugging code</a:t>
            </a:r>
          </a:p>
          <a:p>
            <a:r>
              <a:t>Planning work in stages</a:t>
            </a:r>
          </a:p>
          <a:p>
            <a:r>
              <a:t>Weighing options when unsure</a:t>
            </a:r>
          </a:p>
          <a:p>
            <a:r>
              <a:t>Checking someone else's answer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Recalling a fact or definition</a:t>
            </a:r>
          </a:p>
          <a:p>
            <a:r>
              <a:t>Summarising a document</a:t>
            </a:r>
          </a:p>
          <a:p>
            <a:r>
              <a:t>Drafting and rewriting copy</a:t>
            </a:r>
          </a:p>
          <a:p>
            <a:r>
              <a:t>Reformatting or tidying text</a:t>
            </a:r>
          </a:p>
          <a:p>
            <a:r>
              <a:t>Quick back-and-forth chat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Worth the wait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Slower for no gain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Effort Cannot Fix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More effort will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Give it facts it never had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Stop it inventing a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Improve an easy 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389888"/>
            <a:ext cx="40782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More effort will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Catch its own arithmetic slips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Weigh options before choosing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Notice a brief is ambiguous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602736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Careful reasoning from something invented is still wrong, so effort is no defence against a made-up figure. What you can expand on screen is a summary of the working, not the working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Thinking Time Is Not Your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51576" y="1389888"/>
            <a:ext cx="3081528" cy="2578608"/>
          </a:xfrm>
        </p:spPr>
        <p:txBody>
          <a:bodyPr wrap="square" anchor="ctr"/>
          <a:lstStyle/>
          <a:p>
            <a:pPr marL="0" indent="0">
              <a:buNone/>
            </a:pPr>
            <a:r>
              <a:t>A model working for two minutes is not two minutes you have to spend. Start the job that needs care, then get on with something a fast model can handle while it runs. Waiting is a habit, not a requirement.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937760" cy="676656"/>
          </a:xfrm>
          <a:prstGeom prst="roundRect">
            <a:avLst>
              <a:gd name="adj" fmla="val 810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5488" y="1389888"/>
            <a:ext cx="29260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89888"/>
            <a:ext cx="42611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Send the slow, careful job first.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231136"/>
            <a:ext cx="4937760" cy="676656"/>
          </a:xfrm>
          <a:prstGeom prst="roundRect">
            <a:avLst>
              <a:gd name="adj" fmla="val 810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488" y="2231136"/>
            <a:ext cx="29260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231136"/>
            <a:ext cx="42611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Move to a second window and work.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3072384"/>
            <a:ext cx="4937760" cy="676656"/>
          </a:xfrm>
          <a:prstGeom prst="roundRect">
            <a:avLst>
              <a:gd name="adj" fmla="val 810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5488" y="3072384"/>
            <a:ext cx="29260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072384"/>
            <a:ext cx="426110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Collect the finished answer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turn the dial in the tool.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an easy question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at both settings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a hard one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watch it work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the working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see what it checked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