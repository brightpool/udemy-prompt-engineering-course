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  <p:sldId id="268" r:id="rId11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1" Type="http://schemas.openxmlformats.org/officeDocument/2006/relationships/slide" Target="slides/slide13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Creating a Skill in ChatGPT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routine you repeat every week becomes one instruction - and what has to be connected before it can run.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Routine You Already Repeat, Written Down Once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0680" y="1389888"/>
            <a:ext cx="3392424" cy="3182112"/>
          </a:xfrm>
        </p:spPr>
        <p:txBody>
          <a:bodyPr wrap="square" anchor="ctr"/>
          <a:lstStyle/>
          <a:p>
            <a:pPr marL="0" indent="0">
              <a:buNone/>
            </a:pPr>
            <a:r>
              <a:t>You are not writing software. You are dictating a procedure you already know, so the assistant can re-read it next week instead of asking you again.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572000" cy="3200400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57200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57200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Every Monday I take the client call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267712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out of Drive and write them up as a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478024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update in our house format.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2743200"/>
            <a:ext cx="4352544" cy="914400"/>
          </a:xfrm>
          <a:prstGeom prst="roundRect">
            <a:avLst>
              <a:gd name="adj" fmla="val 4999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86207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063240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I can save that as a skill.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273552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Name, description, the steps, and your format.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36941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Saved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" y="3886200"/>
            <a:ext cx="157734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12064" y="3895344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weekly-client-status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" y="4215384"/>
            <a:ext cx="4279392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0936" y="4288536"/>
            <a:ext cx="3657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17136" y="4261104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17136" y="4261104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 Halves of One Workflow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023360" cy="1207008"/>
          </a:xfrm>
          <a:prstGeom prst="roundRect">
            <a:avLst>
              <a:gd name="adj" fmla="val 378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6809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2028444"/>
            <a:ext cx="38404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steps, the format, and the words that make it fire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9744" y="1426464"/>
            <a:ext cx="4023360" cy="1207008"/>
          </a:xfrm>
          <a:prstGeom prst="roundRect">
            <a:avLst>
              <a:gd name="adj" fmla="val 3787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01183" y="16809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connector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3" y="2028444"/>
            <a:ext cx="38404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 authorised link to a folder, an inbox, a calendar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2212848" y="2706624"/>
            <a:ext cx="201168" cy="274320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6711696" y="2706624"/>
            <a:ext cx="201168" cy="274320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10896" y="3072384"/>
            <a:ext cx="8522208" cy="640080"/>
          </a:xfrm>
          <a:prstGeom prst="roundRect">
            <a:avLst>
              <a:gd name="adj" fmla="val 7142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02336" y="3072384"/>
            <a:ext cx="83393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Neither half is much use on its 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877056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skill knows the how and nothing about your files. The connector reaches your files and knows nothing about your format. One vendor bundles the pair and calls it a plugin - the two halves are the same either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Decide When You Write One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426464"/>
          <a:ext cx="8522206" cy="221284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7822"/>
                <a:gridCol w="3573829"/>
                <a:gridCol w="3390555"/>
              </a:tblGrid>
              <a:tr h="442569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The part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The question it answers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Get it wrong and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Name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do I call this routine?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 cannot find it again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Description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When should this fire?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it never runs, or runs uninvited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Instructions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are the steps, in order?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output drifts each run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2569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Resources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files must it carry?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it invents your format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822191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Four decisions. Whether you type them into a form yourself or let the assistant draft them from a conversation, these are the four you are signing off - and every tool that offers skills asks for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Do the Job Once, Then Save What Worked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1897380" cy="1097280"/>
          </a:xfrm>
          <a:prstGeom prst="roundRect">
            <a:avLst>
              <a:gd name="adj" fmla="val 4166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62610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Do the 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7358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once, in an ordinary chat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92938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426464"/>
            <a:ext cx="1897380" cy="1097280"/>
          </a:xfrm>
          <a:prstGeom prst="roundRect">
            <a:avLst>
              <a:gd name="adj" fmla="val 4166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67335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Ask for it saved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2020824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 a skill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92938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426464"/>
            <a:ext cx="1897380" cy="1097280"/>
          </a:xfrm>
          <a:prstGeom prst="roundRect">
            <a:avLst>
              <a:gd name="adj" fmla="val 4166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611503"/>
            <a:ext cx="1714500" cy="379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Read the four parts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2082673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before you keep it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92938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426464"/>
            <a:ext cx="1897380" cy="1097280"/>
          </a:xfrm>
          <a:prstGeom prst="roundRect">
            <a:avLst>
              <a:gd name="adj" fmla="val 4166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62610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Try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1973580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a fresh conversation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798063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523744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523744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2871215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anything that did not fire comes back as a sharper description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566160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best source for a skill is a conversation where the work already came out right. Save that, then cut it back to the steps that mattered.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One Description Fires and Another Does Not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078224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7276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Too vague to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751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"Helps with client reporting"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8600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No words you would ever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96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Describes your job, not the task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426464"/>
            <a:ext cx="4078224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7276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Specific enough to 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7510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"Call notes into a status update"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8600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Names the words you would 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96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Says when not to use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749039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description is the only part read before the skill runs; the instructions stay invisible until it fires. A skill that never triggers is worse than no skill, because you think it is working.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 Is a Sentence You Did Not Write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0680" y="1389888"/>
            <a:ext cx="3392424" cy="2852928"/>
          </a:xfrm>
        </p:spPr>
        <p:txBody>
          <a:bodyPr wrap="square" anchor="ctr"/>
          <a:lstStyle/>
          <a:p>
            <a:r>
              <a:t>Nobody named the skill. The assistant matched this sentence against the description.</a:t>
            </a:r>
          </a:p>
          <a:p>
            <a:r>
              <a:t>So test in the words a colleague would use, not the ones you wrote it with.</a:t>
            </a:r>
          </a:p>
          <a:p>
            <a:r>
              <a:t>You can name it outright. You will not remember to.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572000" cy="2779776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57200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57200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New conversation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Can you write up Thursday's call with the Hendersons?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232257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Matched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" y="2514600"/>
            <a:ext cx="157734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" y="2523744"/>
            <a:ext cx="427939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weekly-client-status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734056"/>
            <a:ext cx="4352544" cy="914400"/>
          </a:xfrm>
          <a:prstGeom prst="roundRect">
            <a:avLst>
              <a:gd name="adj" fmla="val 5000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285292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054096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Notes pulled from the client folder.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264408"/>
            <a:ext cx="405993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Status update drafted in the house format.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3794759"/>
            <a:ext cx="4279392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0936" y="3867911"/>
            <a:ext cx="3657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17136" y="3840479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17136" y="3840479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Monday Morning, End to End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1897380" cy="1325880"/>
          </a:xfrm>
          <a:prstGeom prst="roundRect">
            <a:avLst>
              <a:gd name="adj" fmla="val 344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78765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2135124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one sentence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204368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426464"/>
            <a:ext cx="1897380" cy="1325880"/>
          </a:xfrm>
          <a:prstGeom prst="roundRect">
            <a:avLst>
              <a:gd name="adj" fmla="val 344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78765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skill loads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2135124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steps and format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204368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426464"/>
            <a:ext cx="1897380" cy="1325880"/>
          </a:xfrm>
          <a:prstGeom prst="roundRect">
            <a:avLst>
              <a:gd name="adj" fmla="val 3448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725803"/>
            <a:ext cx="1714500" cy="379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connector fetches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2196973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notes you named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2043684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426464"/>
            <a:ext cx="1897380" cy="1325880"/>
          </a:xfrm>
          <a:prstGeom prst="roundRect">
            <a:avLst>
              <a:gd name="adj" fmla="val 3448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678559"/>
            <a:ext cx="1714500" cy="3797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files the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2149729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back where it belongs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3108960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Same shape for filing an invoice, chasing a signature, or turning a spreadsheet into the weekly summary. The routine is ordinary office work - what changed is that you describe it once instead of doing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Connecting an Account Actually Grants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1426464"/>
            <a:ext cx="3803904" cy="2706624"/>
          </a:xfrm>
        </p:spPr>
        <p:txBody>
          <a:bodyPr wrap="square" anchor="ctr"/>
          <a:lstStyle/>
          <a:p>
            <a:r>
              <a:t>A connector is reach into a real account, not a copy of it. Reading happens quietly; anything with consequences should stop and ask.</a:t>
            </a:r>
          </a:p>
          <a:p>
            <a:r>
              <a:t>Connect one folder, not everything you own - and assume it can read whatever you pointed it at.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17720" y="1426464"/>
            <a:ext cx="4206240" cy="2706624"/>
          </a:xfrm>
          <a:prstGeom prst="roundRect">
            <a:avLst>
              <a:gd name="adj" fmla="val 181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17720" y="1426464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17720" y="1619585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64024" y="150876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402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4024" y="20574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Wants to read the notes in your client folder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4024" y="232257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Weekly call notes - Hendersons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4024" y="2624328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764024" y="271576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4024" y="291693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Wants to save a new file to that folder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4024" y="318211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Client status - Hendersons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64024" y="3483864"/>
            <a:ext cx="3913631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764024" y="3575304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Your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4024" y="3776472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Allow this once, or from now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Routine Stops Being Re-explained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426464"/>
          <a:ext cx="8522206" cy="21031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9362"/>
                <a:gridCol w="3371422"/>
                <a:gridCol w="3371422"/>
              </a:tblGrid>
              <a:tr h="42062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Without a skill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With a skill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Setting the job up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Re-typed every time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Written down once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format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Drifts between runs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Comes from the file it carries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Handover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Lives in your head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Someone else can run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Inconsistent output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Fires when you did not want it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712463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honest cost: a skill that is subtly wrong is wrong every single run, and quietly. Read what it produced for the first few weeks before you stop reading.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Person Writes It, the Team Runs It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846320" cy="603504"/>
          </a:xfrm>
          <a:prstGeom prst="roundRect">
            <a:avLst>
              <a:gd name="adj" fmla="val 909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8" y="1426464"/>
            <a:ext cx="2926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426464"/>
            <a:ext cx="41696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Write it once, from a job that went well.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157984"/>
            <a:ext cx="4846320" cy="603504"/>
          </a:xfrm>
          <a:prstGeom prst="roundRect">
            <a:avLst>
              <a:gd name="adj" fmla="val 909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488" y="2157984"/>
            <a:ext cx="2926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157984"/>
            <a:ext cx="41696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Share it, and the team runs your version.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889504"/>
            <a:ext cx="4846320" cy="603504"/>
          </a:xfrm>
          <a:prstGeom prst="roundRect">
            <a:avLst>
              <a:gd name="adj" fmla="val 909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" y="2889504"/>
            <a:ext cx="2926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889504"/>
            <a:ext cx="41696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Their accounts and permissions, not yours.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621024"/>
            <a:ext cx="4846320" cy="603504"/>
          </a:xfrm>
          <a:prstGeom prst="roundRect">
            <a:avLst>
              <a:gd name="adj" fmla="val 909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5488" y="3621024"/>
            <a:ext cx="2926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621024"/>
            <a:ext cx="4169663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Installing someone else's installs their instructions.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2194560"/>
            <a:ext cx="33467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shared skill is not a document. It is instructions an assistant will follow while connected to real accounts, so read one before you install it - the same care you would give any file from outside the company.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 Routine Is Worth Writing Down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A job you repeat every week</a:t>
            </a:r>
          </a:p>
          <a:p>
            <a:r>
              <a:t>A format that must not drift</a:t>
            </a:r>
          </a:p>
          <a:p>
            <a:r>
              <a:t>Steps a colleague could follow</a:t>
            </a:r>
          </a:p>
          <a:p>
            <a:r>
              <a:t>Work that needs a connected account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A one-off request</a:t>
            </a:r>
          </a:p>
          <a:p>
            <a:r>
              <a:t>A job you are still working out</a:t>
            </a:r>
          </a:p>
          <a:p>
            <a:r>
              <a:t>Anything you would not hand to a colleague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Write a skill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Leave it as a prompt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build one live, against a real folder.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Connect one account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see what it can reach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Save a routine as a skill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name, description, steps, format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fresh chat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ask in a colleague's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