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70" r:id="rId5"/>
    <p:sldMasterId id="2147483671" r:id="rId6"/>
  </p:sldMasterIdLst>
  <p:notesMasterIdLst>
    <p:notesMasterId r:id="rId7"/>
  </p:notesMasterIdLst>
  <p:sldIdLst>
    <p:sldId id="256" r:id="rId14"/>
    <p:sldId id="257" r:id="rId15"/>
    <p:sldId id="258" r:id="rId16"/>
    <p:sldId id="259" r:id="rId17"/>
  </p:sldIdLst>
  <p:sldSz cy="5143500" cx="9144000"/>
  <p:notesSz cx="6858000" cy="9144000"/>
  <p:embeddedFontLst>
    <p:embeddedFont>
      <p:font typeface="Source Code Pro"/>
      <p:regular r:id="rId24"/>
      <p:bold r:id="rId25"/>
      <p:italic r:id="rId26"/>
      <p:boldItalic r:id="rId27"/>
    </p:embeddedFont>
    <p:embeddedFont>
      <p:font typeface="Oswald"/>
      <p:regular r:id="rId28"/>
      <p:bold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673574E-313A-4E41-A38C-36F247BE0EA5}">
  <a:tblStyle styleId="{3673574E-313A-4E41-A38C-36F247BE0EA5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709F496F-DB3D-4476-992D-8F9A65F79524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14" Type="http://schemas.openxmlformats.org/officeDocument/2006/relationships/slide" Target="slides/slide1.xml"/><Relationship Id="rId15" Type="http://schemas.openxmlformats.org/officeDocument/2006/relationships/slide" Target="slides/slide2.xml"/><Relationship Id="rId16" Type="http://schemas.openxmlformats.org/officeDocument/2006/relationships/slide" Target="slides/slide3.xml"/><Relationship Id="rId17" Type="http://schemas.openxmlformats.org/officeDocument/2006/relationships/slide" Target="slides/slide4.xml"/><Relationship Id="rId24" Type="http://schemas.openxmlformats.org/officeDocument/2006/relationships/font" Target="fonts/SourceCodePro-regular.fntdata"/><Relationship Id="rId25" Type="http://schemas.openxmlformats.org/officeDocument/2006/relationships/font" Target="fonts/SourceCodePro-bold.fntdata"/><Relationship Id="rId26" Type="http://schemas.openxmlformats.org/officeDocument/2006/relationships/font" Target="fonts/SourceCodePro-italic.fntdata"/><Relationship Id="rId27" Type="http://schemas.openxmlformats.org/officeDocument/2006/relationships/font" Target="fonts/SourceCodePro-boldItalic.fntdata"/><Relationship Id="rId28" Type="http://schemas.openxmlformats.org/officeDocument/2006/relationships/font" Target="fonts/Oswald-regular.fntdata"/><Relationship Id="rId29" Type="http://schemas.openxmlformats.org/officeDocument/2006/relationships/font" Target="fonts/Oswald-bold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10800000">
            <a:off x="4226100" y="2933550"/>
            <a:ext cx="691800" cy="3885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-25" y="0"/>
            <a:ext cx="9144000" cy="3124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411175" y="644300"/>
            <a:ext cx="8282400" cy="2109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411175" y="3398250"/>
            <a:ext cx="8282400" cy="126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" name="Google Shape;15;p2"/>
          <p:cNvSpPr txBox="1"/>
          <p:nvPr/>
        </p:nvSpPr>
        <p:spPr>
          <a:xfrm>
            <a:off x="411175" y="79900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1100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/>
          <p:nvPr/>
        </p:nvSpPr>
        <p:spPr>
          <a:xfrm>
            <a:off x="0" y="1567350"/>
            <a:ext cx="9144000" cy="2008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 txBox="1"/>
          <p:nvPr>
            <p:ph type="title"/>
          </p:nvPr>
        </p:nvSpPr>
        <p:spPr>
          <a:xfrm>
            <a:off x="430800" y="1889700"/>
            <a:ext cx="8282400" cy="1516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" name="Google Shape;20;p3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4"/>
          <p:cNvCxnSpPr/>
          <p:nvPr/>
        </p:nvCxnSpPr>
        <p:spPr>
          <a:xfrm>
            <a:off x="429200" y="127557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23" name="Google Shape;23;p4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" type="body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" name="Google Shape;26;p4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" name="Google Shape;28;p5"/>
          <p:cNvCxnSpPr/>
          <p:nvPr/>
        </p:nvCxnSpPr>
        <p:spPr>
          <a:xfrm>
            <a:off x="429200" y="127557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29" name="Google Shape;29;p5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1" type="body"/>
          </p:nvPr>
        </p:nvSpPr>
        <p:spPr>
          <a:xfrm>
            <a:off x="311700" y="1468825"/>
            <a:ext cx="3999900" cy="30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5"/>
          <p:cNvSpPr txBox="1"/>
          <p:nvPr>
            <p:ph idx="2" type="body"/>
          </p:nvPr>
        </p:nvSpPr>
        <p:spPr>
          <a:xfrm>
            <a:off x="4832400" y="1468825"/>
            <a:ext cx="3999900" cy="30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" name="Google Shape;33;p5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" name="Google Shape;36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7" name="Google Shape;37;p6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9" name="Google Shape;39;p7"/>
          <p:cNvCxnSpPr/>
          <p:nvPr/>
        </p:nvCxnSpPr>
        <p:spPr>
          <a:xfrm>
            <a:off x="418675" y="145778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40" name="Google Shape;40;p7"/>
          <p:cNvSpPr txBox="1"/>
          <p:nvPr>
            <p:ph type="title"/>
          </p:nvPr>
        </p:nvSpPr>
        <p:spPr>
          <a:xfrm>
            <a:off x="311700" y="6318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1" name="Google Shape;41;p7"/>
          <p:cNvSpPr txBox="1"/>
          <p:nvPr>
            <p:ph idx="1" type="body"/>
          </p:nvPr>
        </p:nvSpPr>
        <p:spPr>
          <a:xfrm>
            <a:off x="311700" y="1618204"/>
            <a:ext cx="2808000" cy="295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" name="Google Shape;42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3" name="Google Shape;43;p7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8"/>
          <p:cNvSpPr txBox="1"/>
          <p:nvPr>
            <p:ph type="title"/>
          </p:nvPr>
        </p:nvSpPr>
        <p:spPr>
          <a:xfrm>
            <a:off x="490250" y="528900"/>
            <a:ext cx="5678100" cy="408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6" name="Google Shape;46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7" name="Google Shape;47;p8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1"/>
        </a:solidFill>
      </p:bgPr>
    </p:bg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"/>
          <p:cNvSpPr/>
          <p:nvPr/>
        </p:nvSpPr>
        <p:spPr>
          <a:xfrm>
            <a:off x="4572000" y="175"/>
            <a:ext cx="4572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0" name="Google Shape;50;p9"/>
          <p:cNvCxnSpPr/>
          <p:nvPr/>
        </p:nvCxnSpPr>
        <p:spPr>
          <a:xfrm>
            <a:off x="5029675" y="4495500"/>
            <a:ext cx="577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51" name="Google Shape;51;p9"/>
          <p:cNvSpPr txBox="1"/>
          <p:nvPr>
            <p:ph type="title"/>
          </p:nvPr>
        </p:nvSpPr>
        <p:spPr>
          <a:xfrm>
            <a:off x="265500" y="1078750"/>
            <a:ext cx="4045200" cy="178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2" name="Google Shape;52;p9"/>
          <p:cNvSpPr txBox="1"/>
          <p:nvPr>
            <p:ph idx="1" type="subTitle"/>
          </p:nvPr>
        </p:nvSpPr>
        <p:spPr>
          <a:xfrm>
            <a:off x="265500" y="29214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3" name="Google Shape;5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4" name="Google Shape;54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5" name="Google Shape;55;p9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0"/>
          <p:cNvSpPr txBox="1"/>
          <p:nvPr>
            <p:ph idx="1" type="body"/>
          </p:nvPr>
        </p:nvSpPr>
        <p:spPr>
          <a:xfrm>
            <a:off x="311700" y="406472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Oswald"/>
              <a:buNone/>
              <a:defRPr sz="2100">
                <a:latin typeface="Oswald"/>
                <a:ea typeface="Oswald"/>
                <a:cs typeface="Oswald"/>
                <a:sym typeface="Oswald"/>
              </a:defRPr>
            </a:lvl1pPr>
          </a:lstStyle>
          <a:p/>
        </p:txBody>
      </p:sp>
      <p:sp>
        <p:nvSpPr>
          <p:cNvPr id="58" name="Google Shape;58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9" name="Google Shape;59;p10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1" name="Google Shape;61;p11"/>
          <p:cNvCxnSpPr/>
          <p:nvPr/>
        </p:nvCxnSpPr>
        <p:spPr>
          <a:xfrm>
            <a:off x="413275" y="2988275"/>
            <a:ext cx="9105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3" name="Google Shape;63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4" name="Google Shape;64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5" name="Google Shape;65;p11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8" name="Google Shape;68;p12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4"/>
          <p:cNvSpPr/>
          <p:nvPr/>
        </p:nvSpPr>
        <p:spPr>
          <a:xfrm rot="10800000">
            <a:off x="4226100" y="2933550"/>
            <a:ext cx="691800" cy="3885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14"/>
          <p:cNvSpPr/>
          <p:nvPr/>
        </p:nvSpPr>
        <p:spPr>
          <a:xfrm>
            <a:off x="-25" y="0"/>
            <a:ext cx="9144000" cy="3124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14"/>
          <p:cNvSpPr txBox="1"/>
          <p:nvPr>
            <p:ph type="ctrTitle"/>
          </p:nvPr>
        </p:nvSpPr>
        <p:spPr>
          <a:xfrm>
            <a:off x="411175" y="644300"/>
            <a:ext cx="8282400" cy="2109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7" name="Google Shape;77;p14"/>
          <p:cNvSpPr txBox="1"/>
          <p:nvPr>
            <p:ph idx="1" type="subTitle"/>
          </p:nvPr>
        </p:nvSpPr>
        <p:spPr>
          <a:xfrm>
            <a:off x="411175" y="3398250"/>
            <a:ext cx="8282400" cy="126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8" name="Google Shape;78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9" name="Google Shape;79;p14"/>
          <p:cNvSpPr txBox="1"/>
          <p:nvPr/>
        </p:nvSpPr>
        <p:spPr>
          <a:xfrm>
            <a:off x="411175" y="79900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1100" u="none" cap="none" strike="noStrike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1" name="Google Shape;81;p15"/>
          <p:cNvCxnSpPr/>
          <p:nvPr/>
        </p:nvCxnSpPr>
        <p:spPr>
          <a:xfrm>
            <a:off x="429200" y="127557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82" name="Google Shape;82;p15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3" name="Google Shape;83;p15"/>
          <p:cNvSpPr txBox="1"/>
          <p:nvPr>
            <p:ph idx="1" type="body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5" name="Google Shape;85;p15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6"/>
          <p:cNvSpPr/>
          <p:nvPr/>
        </p:nvSpPr>
        <p:spPr>
          <a:xfrm>
            <a:off x="0" y="1567350"/>
            <a:ext cx="9144000" cy="2008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6"/>
          <p:cNvSpPr txBox="1"/>
          <p:nvPr>
            <p:ph type="title"/>
          </p:nvPr>
        </p:nvSpPr>
        <p:spPr>
          <a:xfrm>
            <a:off x="430800" y="1889700"/>
            <a:ext cx="8282400" cy="151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9" name="Google Shape;89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0" name="Google Shape;90;p16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2" name="Google Shape;92;p17"/>
          <p:cNvCxnSpPr/>
          <p:nvPr/>
        </p:nvCxnSpPr>
        <p:spPr>
          <a:xfrm>
            <a:off x="429200" y="127557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93" name="Google Shape;93;p17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4" name="Google Shape;94;p17"/>
          <p:cNvSpPr txBox="1"/>
          <p:nvPr>
            <p:ph idx="1" type="body"/>
          </p:nvPr>
        </p:nvSpPr>
        <p:spPr>
          <a:xfrm>
            <a:off x="311700" y="1468825"/>
            <a:ext cx="39999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5" name="Google Shape;95;p17"/>
          <p:cNvSpPr txBox="1"/>
          <p:nvPr>
            <p:ph idx="2" type="body"/>
          </p:nvPr>
        </p:nvSpPr>
        <p:spPr>
          <a:xfrm>
            <a:off x="4832400" y="1468825"/>
            <a:ext cx="39999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6" name="Google Shape;96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7" name="Google Shape;97;p17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8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00" name="Google Shape;100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1" name="Google Shape;101;p18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3" name="Google Shape;103;p19"/>
          <p:cNvCxnSpPr/>
          <p:nvPr/>
        </p:nvCxnSpPr>
        <p:spPr>
          <a:xfrm>
            <a:off x="418675" y="145778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104" name="Google Shape;104;p19"/>
          <p:cNvSpPr txBox="1"/>
          <p:nvPr>
            <p:ph type="title"/>
          </p:nvPr>
        </p:nvSpPr>
        <p:spPr>
          <a:xfrm>
            <a:off x="311700" y="6318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05" name="Google Shape;105;p19"/>
          <p:cNvSpPr txBox="1"/>
          <p:nvPr>
            <p:ph idx="1" type="body"/>
          </p:nvPr>
        </p:nvSpPr>
        <p:spPr>
          <a:xfrm>
            <a:off x="311700" y="1618204"/>
            <a:ext cx="2808000" cy="295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6" name="Google Shape;10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7" name="Google Shape;107;p19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0"/>
          <p:cNvSpPr txBox="1"/>
          <p:nvPr>
            <p:ph type="title"/>
          </p:nvPr>
        </p:nvSpPr>
        <p:spPr>
          <a:xfrm>
            <a:off x="490250" y="528900"/>
            <a:ext cx="5678100" cy="408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0" name="Google Shape;110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1" name="Google Shape;111;p20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1"/>
          <p:cNvSpPr/>
          <p:nvPr/>
        </p:nvSpPr>
        <p:spPr>
          <a:xfrm>
            <a:off x="4572000" y="175"/>
            <a:ext cx="4572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4" name="Google Shape;114;p21"/>
          <p:cNvCxnSpPr/>
          <p:nvPr/>
        </p:nvCxnSpPr>
        <p:spPr>
          <a:xfrm>
            <a:off x="5029675" y="4495500"/>
            <a:ext cx="577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115" name="Google Shape;115;p21"/>
          <p:cNvSpPr txBox="1"/>
          <p:nvPr>
            <p:ph type="title"/>
          </p:nvPr>
        </p:nvSpPr>
        <p:spPr>
          <a:xfrm>
            <a:off x="265500" y="1078750"/>
            <a:ext cx="4045200" cy="1789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6" name="Google Shape;116;p21"/>
          <p:cNvSpPr txBox="1"/>
          <p:nvPr>
            <p:ph idx="1" type="subTitle"/>
          </p:nvPr>
        </p:nvSpPr>
        <p:spPr>
          <a:xfrm>
            <a:off x="265500" y="2921401"/>
            <a:ext cx="4045200" cy="13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7" name="Google Shape;117;p21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8" name="Google Shape;118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9" name="Google Shape;119;p21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2"/>
          <p:cNvSpPr txBox="1"/>
          <p:nvPr>
            <p:ph idx="1" type="body"/>
          </p:nvPr>
        </p:nvSpPr>
        <p:spPr>
          <a:xfrm>
            <a:off x="311700" y="406472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Oswald"/>
              <a:buNone/>
              <a:defRPr sz="2100">
                <a:latin typeface="Oswald"/>
                <a:ea typeface="Oswald"/>
                <a:cs typeface="Oswald"/>
                <a:sym typeface="Oswald"/>
              </a:defRPr>
            </a:lvl1pPr>
          </a:lstStyle>
          <a:p/>
        </p:txBody>
      </p:sp>
      <p:sp>
        <p:nvSpPr>
          <p:cNvPr id="122" name="Google Shape;12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3" name="Google Shape;123;p22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5" name="Google Shape;125;p23"/>
          <p:cNvCxnSpPr/>
          <p:nvPr/>
        </p:nvCxnSpPr>
        <p:spPr>
          <a:xfrm>
            <a:off x="413275" y="2988275"/>
            <a:ext cx="9105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126" name="Google Shape;126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27" name="Google Shape;127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28" name="Google Shape;128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9" name="Google Shape;129;p23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2" name="Google Shape;132;p24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dern-writer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ource Code Pro"/>
              <a:buChar char="●"/>
              <a:defRPr sz="18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dern-writer">
    <p:bg>
      <p:bgPr>
        <a:solidFill>
          <a:schemeClr val="lt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3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1" name="Google Shape;71;p13"/>
          <p:cNvSpPr txBox="1"/>
          <p:nvPr>
            <p:ph idx="1" type="body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ource Code Pro"/>
              <a:buChar char="●"/>
              <a:defRPr b="0" i="0" sz="18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/>
        </p:txBody>
      </p:sp>
      <p:sp>
        <p:nvSpPr>
          <p:cNvPr id="72" name="Google Shape;72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Local Models with LM Studio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0" indent="0">
              <a:buNone/>
            </a:pPr>
            <a:r>
              <a:t>How to run an AI model on your own machine and call it like a cloud API.</a:t>
            </a:r>
          </a:p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Model That Runs on Your Own Machine</a:t>
            </a:r>
          </a:p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310896" y="1426464"/>
            <a:ext cx="4078224" cy="1810512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9525">
            <a:solidFill>
              <a:srgbClr val="D8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493776" y="1572768"/>
            <a:ext cx="371246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424242"/>
                </a:solidFill>
                <a:latin typeface="Source Code Pro"/>
              </a:rPr>
              <a:t>Why Run It Locally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3776" y="1975104"/>
            <a:ext cx="371246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424242"/>
                </a:solidFill>
                <a:latin typeface="Source Code Pro"/>
              </a:rPr>
              <a:t>•  Prompts stay on your machine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3776" y="2286000"/>
            <a:ext cx="371246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424242"/>
                </a:solidFill>
                <a:latin typeface="Source Code Pro"/>
              </a:rPr>
              <a:t>•  No per-token bill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3776" y="2596896"/>
            <a:ext cx="371246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424242"/>
                </a:solidFill>
                <a:latin typeface="Source Code Pro"/>
              </a:rPr>
              <a:t>•  Works offline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3776" y="2907792"/>
            <a:ext cx="371246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424242"/>
                </a:solidFill>
                <a:latin typeface="Source Code Pro"/>
              </a:rPr>
              <a:t>•  Free to experiment and repeat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754880" y="1426464"/>
            <a:ext cx="4078224" cy="1810512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2700">
            <a:solidFill>
              <a:srgbClr val="E91D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4937760" y="1572768"/>
            <a:ext cx="371246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E91D63"/>
                </a:solidFill>
                <a:latin typeface="Source Code Pro"/>
              </a:rPr>
              <a:t>What You Give Up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937760" y="1975104"/>
            <a:ext cx="371246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424242"/>
                </a:solidFill>
                <a:latin typeface="Source Code Pro"/>
              </a:rPr>
              <a:t>•  Smaller models, less capable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937760" y="2286000"/>
            <a:ext cx="371246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424242"/>
                </a:solidFill>
                <a:latin typeface="Source Code Pro"/>
              </a:rPr>
              <a:t>•  Limited by your RAM and GPU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937760" y="2596896"/>
            <a:ext cx="371246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424242"/>
                </a:solidFill>
                <a:latin typeface="Source Code Pro"/>
              </a:rPr>
              <a:t>•  You download and update models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10896" y="3419856"/>
            <a:ext cx="85222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6B6B6B"/>
                </a:solidFill>
                <a:latin typeface="Source Code Pro"/>
              </a:rPr>
              <a:t>Reach for local when privacy or volume matters more than peak quality.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It Works - Same SDK, Different Address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715000" y="1426464"/>
            <a:ext cx="3118104" cy="2417458"/>
          </a:xfrm>
        </p:spPr>
        <p:txBody>
          <a:bodyPr wrap="square" anchor="ctr"/>
          <a:lstStyle/>
          <a:p>
            <a:pPr marL="0" indent="0">
              <a:buNone/>
            </a:pPr>
            <a:r>
              <a:t>LM Studio serves the loaded model behind an OpenAI-compatible endpoint on your machine. Point the client at it and the rest of your code stays the same.</a:t>
            </a:r>
          </a:p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6" name="Picture 25" descr="lm-studio-cli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26464"/>
            <a:ext cx="4846320" cy="241745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365760" y="3953650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Source Code Pro"/>
              </a:rPr>
              <a:t>Change the address and key; name the local model.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7" name="Google Shape;6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0" y="0"/>
            <a:ext cx="9144000" cy="1572768"/>
          </a:xfrm>
          <a:prstGeom prst="rect">
            <a:avLst/>
          </a:prstGeom>
          <a:solidFill>
            <a:srgbClr val="E91D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9" name="TextBox 68"/>
          <p:cNvSpPr txBox="1"/>
          <p:nvPr/>
        </p:nvSpPr>
        <p:spPr>
          <a:xfrm>
            <a:off x="502920" y="0"/>
            <a:ext cx="8138160" cy="1572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000" b="0">
                <a:solidFill>
                  <a:srgbClr val="FFFFFF"/>
                </a:solidFill>
                <a:latin typeface="Oswald"/>
              </a:rPr>
              <a:t>Let's See It in Action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02920" y="1883664"/>
            <a:ext cx="81381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424242"/>
                </a:solidFill>
                <a:latin typeface="Source Code Pro"/>
              </a:rPr>
              <a:t>That is the principle. Now we run it on this machine.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502920" y="2450592"/>
            <a:ext cx="2542032" cy="1691640"/>
          </a:xfrm>
          <a:prstGeom prst="roundRect">
            <a:avLst>
              <a:gd name="adj" fmla="val 2702"/>
            </a:avLst>
          </a:prstGeom>
          <a:solidFill>
            <a:srgbClr val="FFFFFF"/>
          </a:solidFill>
          <a:ln w="9525">
            <a:solidFill>
              <a:srgbClr val="D8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2" name="Oval 71"/>
          <p:cNvSpPr/>
          <p:nvPr/>
        </p:nvSpPr>
        <p:spPr>
          <a:xfrm>
            <a:off x="722376" y="2670048"/>
            <a:ext cx="384048" cy="384048"/>
          </a:xfrm>
          <a:prstGeom prst="ellipse">
            <a:avLst/>
          </a:prstGeom>
          <a:solidFill>
            <a:srgbClr val="E91D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3" name="TextBox 72"/>
          <p:cNvSpPr txBox="1"/>
          <p:nvPr/>
        </p:nvSpPr>
        <p:spPr>
          <a:xfrm>
            <a:off x="722376" y="2670048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Oswald"/>
              </a:rPr>
              <a:t>1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04088" y="3127248"/>
            <a:ext cx="213969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424242"/>
                </a:solidFill>
                <a:latin typeface="Source Code Pro"/>
              </a:rPr>
              <a:t>Load a Model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04088" y="3511296"/>
            <a:ext cx="213969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B6B6B"/>
                </a:solidFill>
                <a:latin typeface="Source Code Pro"/>
              </a:rPr>
              <a:t>In LM Studio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3300983" y="2450592"/>
            <a:ext cx="2542032" cy="1691640"/>
          </a:xfrm>
          <a:prstGeom prst="roundRect">
            <a:avLst>
              <a:gd name="adj" fmla="val 2702"/>
            </a:avLst>
          </a:prstGeom>
          <a:solidFill>
            <a:srgbClr val="FFFFFF"/>
          </a:solidFill>
          <a:ln w="9525">
            <a:solidFill>
              <a:srgbClr val="D8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7" name="Oval 76"/>
          <p:cNvSpPr/>
          <p:nvPr/>
        </p:nvSpPr>
        <p:spPr>
          <a:xfrm>
            <a:off x="3520439" y="2670048"/>
            <a:ext cx="384048" cy="384048"/>
          </a:xfrm>
          <a:prstGeom prst="ellipse">
            <a:avLst/>
          </a:prstGeom>
          <a:solidFill>
            <a:srgbClr val="E91D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8" name="TextBox 77"/>
          <p:cNvSpPr txBox="1"/>
          <p:nvPr/>
        </p:nvSpPr>
        <p:spPr>
          <a:xfrm>
            <a:off x="3520439" y="2670048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Oswald"/>
              </a:rPr>
              <a:t>2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502151" y="3127248"/>
            <a:ext cx="213969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424242"/>
                </a:solidFill>
                <a:latin typeface="Source Code Pro"/>
              </a:rPr>
              <a:t>Start the Server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502151" y="3511296"/>
            <a:ext cx="213969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B6B6B"/>
                </a:solidFill>
                <a:latin typeface="Source Code Pro"/>
              </a:rPr>
              <a:t>On Localhost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6099047" y="2450592"/>
            <a:ext cx="2542032" cy="1691640"/>
          </a:xfrm>
          <a:prstGeom prst="roundRect">
            <a:avLst>
              <a:gd name="adj" fmla="val 2702"/>
            </a:avLst>
          </a:prstGeom>
          <a:solidFill>
            <a:srgbClr val="FFFFFF"/>
          </a:solidFill>
          <a:ln w="9525">
            <a:solidFill>
              <a:srgbClr val="D8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2" name="Oval 81"/>
          <p:cNvSpPr/>
          <p:nvPr/>
        </p:nvSpPr>
        <p:spPr>
          <a:xfrm>
            <a:off x="6318503" y="2670048"/>
            <a:ext cx="384048" cy="384048"/>
          </a:xfrm>
          <a:prstGeom prst="ellipse">
            <a:avLst/>
          </a:prstGeom>
          <a:solidFill>
            <a:srgbClr val="E91D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3" name="TextBox 82"/>
          <p:cNvSpPr txBox="1"/>
          <p:nvPr/>
        </p:nvSpPr>
        <p:spPr>
          <a:xfrm>
            <a:off x="6318503" y="2670048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Oswald"/>
              </a:rPr>
              <a:t>3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300215" y="3127248"/>
            <a:ext cx="213969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424242"/>
                </a:solidFill>
                <a:latin typeface="Source Code Pro"/>
              </a:rPr>
              <a:t>Change the Base URL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300215" y="3511296"/>
            <a:ext cx="213969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B6B6B"/>
                </a:solidFill>
                <a:latin typeface="Source Code Pro"/>
              </a:rPr>
              <a:t>And Run the Notebook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odern Writer">
  <a:themeElements>
    <a:clrScheme name="Modern Writer">
      <a:dk1>
        <a:srgbClr val="E91D63"/>
      </a:dk1>
      <a:lt1>
        <a:srgbClr val="FFFFFF"/>
      </a:lt1>
      <a:dk2>
        <a:srgbClr val="424242"/>
      </a:dk2>
      <a:lt2>
        <a:srgbClr val="999999"/>
      </a:lt2>
      <a:accent1>
        <a:srgbClr val="607D8B"/>
      </a:accent1>
      <a:accent2>
        <a:srgbClr val="673AB7"/>
      </a:accent2>
      <a:accent3>
        <a:srgbClr val="9C26B0"/>
      </a:accent3>
      <a:accent4>
        <a:srgbClr val="0090AC"/>
      </a:accent4>
      <a:accent5>
        <a:srgbClr val="00838F"/>
      </a:accent5>
      <a:accent6>
        <a:srgbClr val="F8E71C"/>
      </a:accent6>
      <a:hlink>
        <a:srgbClr val="00838F"/>
      </a:hlink>
      <a:folHlink>
        <a:srgbClr val="00838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Modern Writer">
  <a:themeElements>
    <a:clrScheme name="Modern Writer">
      <a:dk1>
        <a:srgbClr val="E91D63"/>
      </a:dk1>
      <a:lt1>
        <a:srgbClr val="FFFFFF"/>
      </a:lt1>
      <a:dk2>
        <a:srgbClr val="424242"/>
      </a:dk2>
      <a:lt2>
        <a:srgbClr val="999999"/>
      </a:lt2>
      <a:accent1>
        <a:srgbClr val="607D8B"/>
      </a:accent1>
      <a:accent2>
        <a:srgbClr val="673AB7"/>
      </a:accent2>
      <a:accent3>
        <a:srgbClr val="9C26B0"/>
      </a:accent3>
      <a:accent4>
        <a:srgbClr val="0090AC"/>
      </a:accent4>
      <a:accent5>
        <a:srgbClr val="00838F"/>
      </a:accent5>
      <a:accent6>
        <a:srgbClr val="F8E71C"/>
      </a:accent6>
      <a:hlink>
        <a:srgbClr val="00838F"/>
      </a:hlink>
      <a:folHlink>
        <a:srgbClr val="00838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