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Ask for Context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 short check for missing information prevents avoidable guessing.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Context Check Pauses the Task at the Right Moment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389888"/>
            <a:ext cx="3758184" cy="2788920"/>
          </a:xfrm>
        </p:spPr>
        <p:txBody>
          <a:bodyPr wrap="square" anchor="ctr"/>
          <a:lstStyle/>
          <a:p>
            <a:pPr marL="0" indent="0">
              <a:buNone/>
            </a:pPr>
            <a:r>
              <a:t>The model names the gaps before it writes. You answer only what matters.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2788920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Draft the launch email.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" y="2276856"/>
            <a:ext cx="306324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2064" y="228600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Before writing, ask for missing context.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2496312"/>
            <a:ext cx="3986783" cy="1124712"/>
          </a:xfrm>
          <a:prstGeom prst="roundRect">
            <a:avLst>
              <a:gd name="adj" fmla="val 4065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26151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2816352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Who is the audience?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081528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What action should they take?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291840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When does the offer end?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" y="3767328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0936" y="3840480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51376" y="3813048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151376" y="3813048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Missing Information Becomes Part of the Brief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Your request"/>
          <p:cNvGrpSpPr/>
          <p:nvPr/>
        </p:nvGrpSpPr>
        <p:grpSpPr>
          <a:xfrm>
            <a:off x="310896" y="1481328"/>
            <a:ext cx="2706624" cy="2066543"/>
            <a:chOff x="310896" y="1481328"/>
            <a:chExt cx="2706624" cy="2066543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81328"/>
              <a:ext cx="2706624" cy="2066543"/>
            </a:xfrm>
            <a:prstGeom prst="roundRect">
              <a:avLst>
                <a:gd name="adj" fmla="val 2654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475488" y="1627632"/>
              <a:ext cx="384048" cy="384048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con-file-text-42424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978" y="1712122"/>
              <a:ext cx="215066" cy="215066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50976" y="1627632"/>
              <a:ext cx="193852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Your Request</a:t>
              </a:r>
            </a:p>
          </p:txBody>
        </p:sp>
        <p:pic>
          <p:nvPicPr>
            <p:cNvPr id="30" name="Picture 29" descr="icon-circle-check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776" y="2240279"/>
              <a:ext cx="201168" cy="201168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786384" y="2212848"/>
              <a:ext cx="2121408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Task: launch email</a:t>
              </a:r>
            </a:p>
          </p:txBody>
        </p:sp>
        <p:pic>
          <p:nvPicPr>
            <p:cNvPr id="32" name="Picture 31" descr="icon-circle-help-E91D6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776" y="2624327"/>
              <a:ext cx="201168" cy="201168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786384" y="2596896"/>
              <a:ext cx="2121408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Audience: ?</a:t>
              </a:r>
            </a:p>
          </p:txBody>
        </p:sp>
        <p:pic>
          <p:nvPicPr>
            <p:cNvPr id="34" name="Picture 33" descr="icon-circle-help-E91D6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776" y="3008375"/>
              <a:ext cx="201168" cy="201168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786384" y="2980944"/>
              <a:ext cx="2121408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Deadline: ?</a:t>
              </a:r>
            </a:p>
          </p:txBody>
        </p:sp>
      </p:grpSp>
      <p:grpSp>
        <p:nvGrpSpPr>
          <p:cNvPr id="5" name="Its questions"/>
          <p:cNvGrpSpPr/>
          <p:nvPr/>
        </p:nvGrpSpPr>
        <p:grpSpPr>
          <a:xfrm>
            <a:off x="3328416" y="1481328"/>
            <a:ext cx="2487168" cy="2066543"/>
            <a:chOff x="3328416" y="1481328"/>
            <a:chExt cx="2487168" cy="2066543"/>
          </a:xfrm>
        </p:grpSpPr>
        <p:sp>
          <p:nvSpPr>
            <p:cNvPr id="36" name="Rounded Rectangle 35"/>
            <p:cNvSpPr/>
            <p:nvPr/>
          </p:nvSpPr>
          <p:spPr>
            <a:xfrm>
              <a:off x="3328416" y="1481328"/>
              <a:ext cx="2487168" cy="2066543"/>
            </a:xfrm>
            <a:prstGeom prst="roundRect">
              <a:avLst>
                <a:gd name="adj" fmla="val 2654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Oval 36"/>
            <p:cNvSpPr/>
            <p:nvPr/>
          </p:nvSpPr>
          <p:spPr>
            <a:xfrm>
              <a:off x="3493008" y="1627632"/>
              <a:ext cx="384048" cy="384048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icon-message-circle-question-42424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77498" y="1712122"/>
              <a:ext cx="215066" cy="215066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3968496" y="1627632"/>
              <a:ext cx="1719072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Its Questions</a:t>
              </a:r>
            </a:p>
          </p:txBody>
        </p:sp>
        <p:pic>
          <p:nvPicPr>
            <p:cNvPr id="40" name="Picture 39" descr="icon-circle-help-42424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11296" y="2240279"/>
              <a:ext cx="201168" cy="201168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3803904" y="2212848"/>
              <a:ext cx="1901952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Who is it for?</a:t>
              </a:r>
            </a:p>
          </p:txBody>
        </p:sp>
        <p:pic>
          <p:nvPicPr>
            <p:cNvPr id="42" name="Picture 41" descr="icon-circle-help-42424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11296" y="2624327"/>
              <a:ext cx="201168" cy="201168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3803904" y="2596896"/>
              <a:ext cx="1901952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When does it end?</a:t>
              </a:r>
            </a:p>
          </p:txBody>
        </p:sp>
      </p:grpSp>
      <p:grpSp>
        <p:nvGrpSpPr>
          <p:cNvPr id="6" name="Complete brief"/>
          <p:cNvGrpSpPr/>
          <p:nvPr/>
        </p:nvGrpSpPr>
        <p:grpSpPr>
          <a:xfrm>
            <a:off x="6126480" y="1481328"/>
            <a:ext cx="2706624" cy="2066543"/>
            <a:chOff x="6126480" y="1481328"/>
            <a:chExt cx="2706624" cy="2066543"/>
          </a:xfrm>
        </p:grpSpPr>
        <p:sp>
          <p:nvSpPr>
            <p:cNvPr id="44" name="Rounded Rectangle 43"/>
            <p:cNvSpPr/>
            <p:nvPr/>
          </p:nvSpPr>
          <p:spPr>
            <a:xfrm>
              <a:off x="6126480" y="1481328"/>
              <a:ext cx="2706624" cy="2066543"/>
            </a:xfrm>
            <a:prstGeom prst="roundRect">
              <a:avLst>
                <a:gd name="adj" fmla="val 2654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5" name="Oval 44"/>
            <p:cNvSpPr/>
            <p:nvPr/>
          </p:nvSpPr>
          <p:spPr>
            <a:xfrm>
              <a:off x="6291072" y="1627632"/>
              <a:ext cx="384048" cy="384048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6" name="Picture 45" descr="icon-circle-check-FFFFFF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75562" y="1712122"/>
              <a:ext cx="215066" cy="215066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6766560" y="1627632"/>
              <a:ext cx="193852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Complete Brief</a:t>
              </a:r>
            </a:p>
          </p:txBody>
        </p:sp>
        <p:pic>
          <p:nvPicPr>
            <p:cNvPr id="48" name="Picture 47" descr="icon-circle-check-E91D63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09360" y="2240279"/>
              <a:ext cx="201168" cy="201168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6601968" y="2212848"/>
              <a:ext cx="2121408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E91D63"/>
                  </a:solidFill>
                  <a:latin typeface="Source Code Pro"/>
                </a:rPr>
                <a:t>Task: launch email</a:t>
              </a:r>
            </a:p>
          </p:txBody>
        </p:sp>
        <p:pic>
          <p:nvPicPr>
            <p:cNvPr id="50" name="Picture 49" descr="icon-circle-check-E91D63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09360" y="2624327"/>
              <a:ext cx="201168" cy="201168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6601968" y="2596896"/>
              <a:ext cx="2121408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E91D63"/>
                  </a:solidFill>
                  <a:latin typeface="Source Code Pro"/>
                </a:rPr>
                <a:t>Audience: customers</a:t>
              </a:r>
            </a:p>
          </p:txBody>
        </p:sp>
        <p:pic>
          <p:nvPicPr>
            <p:cNvPr id="52" name="Picture 51" descr="icon-circle-check-E91D63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09360" y="3008375"/>
              <a:ext cx="201168" cy="201168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6601968" y="2980944"/>
              <a:ext cx="2121408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E91D63"/>
                  </a:solidFill>
                  <a:latin typeface="Source Code Pro"/>
                </a:rPr>
                <a:t>Deadline: Friday</a:t>
              </a:r>
            </a:p>
          </p:txBody>
        </p:sp>
      </p:grpSp>
      <p:sp>
        <p:nvSpPr>
          <p:cNvPr id="54" name="Right Arrow 53"/>
          <p:cNvSpPr/>
          <p:nvPr/>
        </p:nvSpPr>
        <p:spPr>
          <a:xfrm>
            <a:off x="3044952" y="2459736"/>
            <a:ext cx="237744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5843016" y="2459736"/>
            <a:ext cx="237744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" y="3767328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Ask only questions that could change the output. For minor gaps, state the assumption and carry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One Short Pause Can Prevent a Full Rewrite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Answer now"/>
          <p:cNvGrpSpPr/>
          <p:nvPr/>
        </p:nvGrpSpPr>
        <p:grpSpPr>
          <a:xfrm>
            <a:off x="310896" y="1517904"/>
            <a:ext cx="8211311" cy="420624"/>
            <a:chOff x="310896" y="1517904"/>
            <a:chExt cx="8211311" cy="420624"/>
          </a:xfrm>
        </p:grpSpPr>
        <p:sp>
          <p:nvSpPr>
            <p:cNvPr id="26" name="Oval 25"/>
            <p:cNvSpPr/>
            <p:nvPr/>
          </p:nvSpPr>
          <p:spPr>
            <a:xfrm>
              <a:off x="310896" y="1536192"/>
              <a:ext cx="384048" cy="384048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rotate-ccw-42424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386" y="1620682"/>
              <a:ext cx="215066" cy="215066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786384" y="1517904"/>
              <a:ext cx="164592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Answer Now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468880" y="1517904"/>
              <a:ext cx="1225295" cy="420624"/>
            </a:xfrm>
            <a:prstGeom prst="roundRect">
              <a:avLst>
                <a:gd name="adj" fmla="val 17391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2468880" y="1517904"/>
              <a:ext cx="1225295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Draft 1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749039" y="1517904"/>
              <a:ext cx="1682495" cy="420624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TextBox 31"/>
            <p:cNvSpPr txBox="1"/>
            <p:nvPr/>
          </p:nvSpPr>
          <p:spPr>
            <a:xfrm>
              <a:off x="3749039" y="1517904"/>
              <a:ext cx="1682495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Wrong Audience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486400" y="1517904"/>
              <a:ext cx="1133856" cy="420624"/>
            </a:xfrm>
            <a:prstGeom prst="roundRect">
              <a:avLst>
                <a:gd name="adj" fmla="val 17391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5486400" y="1517904"/>
              <a:ext cx="113385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Rewrite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6675120" y="1517904"/>
              <a:ext cx="1133856" cy="420624"/>
            </a:xfrm>
            <a:prstGeom prst="roundRect">
              <a:avLst>
                <a:gd name="adj" fmla="val 17391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6675120" y="1517904"/>
              <a:ext cx="113385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Draft 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882127" y="1517904"/>
              <a:ext cx="64008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6B6B6B"/>
                  </a:solidFill>
                  <a:latin typeface="Source Code Pro"/>
                </a:rPr>
                <a:t>Done</a:t>
              </a:r>
            </a:p>
          </p:txBody>
        </p:sp>
      </p:grpSp>
      <p:grpSp>
        <p:nvGrpSpPr>
          <p:cNvPr id="5" name="Ask first"/>
          <p:cNvGrpSpPr/>
          <p:nvPr/>
        </p:nvGrpSpPr>
        <p:grpSpPr>
          <a:xfrm>
            <a:off x="310896" y="2194560"/>
            <a:ext cx="6291072" cy="420624"/>
            <a:chOff x="310896" y="2194560"/>
            <a:chExt cx="6291072" cy="420624"/>
          </a:xfrm>
        </p:grpSpPr>
        <p:sp>
          <p:nvSpPr>
            <p:cNvPr id="38" name="Oval 37"/>
            <p:cNvSpPr/>
            <p:nvPr/>
          </p:nvSpPr>
          <p:spPr>
            <a:xfrm>
              <a:off x="310896" y="2212848"/>
              <a:ext cx="384048" cy="384048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38" descr="icon-circle-help-FFFFFF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386" y="2297338"/>
              <a:ext cx="215066" cy="215066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786384" y="2194560"/>
              <a:ext cx="164592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Ask First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68880" y="2194560"/>
              <a:ext cx="1042415" cy="420624"/>
            </a:xfrm>
            <a:prstGeom prst="roundRect">
              <a:avLst>
                <a:gd name="adj" fmla="val 17391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TextBox 41"/>
            <p:cNvSpPr txBox="1"/>
            <p:nvPr/>
          </p:nvSpPr>
          <p:spPr>
            <a:xfrm>
              <a:off x="2468880" y="2194560"/>
              <a:ext cx="1042415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Questions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566160" y="2194560"/>
              <a:ext cx="950976" cy="420624"/>
            </a:xfrm>
            <a:prstGeom prst="roundRect">
              <a:avLst>
                <a:gd name="adj" fmla="val 17391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TextBox 43"/>
            <p:cNvSpPr txBox="1"/>
            <p:nvPr/>
          </p:nvSpPr>
          <p:spPr>
            <a:xfrm>
              <a:off x="3566160" y="2194560"/>
              <a:ext cx="95097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Answers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572000" y="2194560"/>
              <a:ext cx="1316736" cy="420624"/>
            </a:xfrm>
            <a:prstGeom prst="roundRect">
              <a:avLst>
                <a:gd name="adj" fmla="val 17391"/>
              </a:avLst>
            </a:prstGeom>
            <a:solidFill>
              <a:srgbClr val="E91D63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TextBox 45"/>
            <p:cNvSpPr txBox="1"/>
            <p:nvPr/>
          </p:nvSpPr>
          <p:spPr>
            <a:xfrm>
              <a:off x="4572000" y="2194560"/>
              <a:ext cx="131673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Source Code Pro"/>
                </a:rPr>
                <a:t>Draft 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61888" y="2194560"/>
              <a:ext cx="64008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6B6B6B"/>
                  </a:solidFill>
                  <a:latin typeface="Source Code Pro"/>
                </a:rPr>
                <a:t>Done</a:t>
              </a:r>
            </a:p>
          </p:txBody>
        </p:sp>
      </p:grpSp>
      <p:grpSp>
        <p:nvGrpSpPr>
          <p:cNvPr id="6" name="Time axis"/>
          <p:cNvGrpSpPr/>
          <p:nvPr/>
        </p:nvGrpSpPr>
        <p:grpSpPr>
          <a:xfrm>
            <a:off x="2468880" y="2807208"/>
            <a:ext cx="6364224" cy="356616"/>
            <a:chOff x="2468880" y="2807208"/>
            <a:chExt cx="6364224" cy="356616"/>
          </a:xfrm>
        </p:grpSpPr>
        <p:sp>
          <p:nvSpPr>
            <p:cNvPr id="48" name="Rectangle 47"/>
            <p:cNvSpPr/>
            <p:nvPr/>
          </p:nvSpPr>
          <p:spPr>
            <a:xfrm>
              <a:off x="2468880" y="2852928"/>
              <a:ext cx="6364224" cy="1097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Right Arrow 48"/>
            <p:cNvSpPr/>
            <p:nvPr/>
          </p:nvSpPr>
          <p:spPr>
            <a:xfrm>
              <a:off x="8595360" y="2807208"/>
              <a:ext cx="237744" cy="100584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0" name="Picture 49" descr="icon-clock-42424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8880" y="2944368"/>
              <a:ext cx="201168" cy="201168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2743200" y="2926080"/>
              <a:ext cx="182880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Time</a:t>
              </a:r>
            </a:p>
          </p:txBody>
        </p:sp>
      </p:grpSp>
      <p:grpSp>
        <p:nvGrpSpPr>
          <p:cNvPr id="7" name="Failure mode"/>
          <p:cNvGrpSpPr/>
          <p:nvPr/>
        </p:nvGrpSpPr>
        <p:grpSpPr>
          <a:xfrm>
            <a:off x="310896" y="3474720"/>
            <a:ext cx="8522208" cy="512064"/>
            <a:chOff x="310896" y="3474720"/>
            <a:chExt cx="8522208" cy="512064"/>
          </a:xfrm>
        </p:grpSpPr>
        <p:sp>
          <p:nvSpPr>
            <p:cNvPr id="52" name="Rounded Rectangle 51"/>
            <p:cNvSpPr/>
            <p:nvPr/>
          </p:nvSpPr>
          <p:spPr>
            <a:xfrm>
              <a:off x="310896" y="3474720"/>
              <a:ext cx="8522208" cy="512064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3" name="Oval 52"/>
            <p:cNvSpPr/>
            <p:nvPr/>
          </p:nvSpPr>
          <p:spPr>
            <a:xfrm>
              <a:off x="438912" y="3538728"/>
              <a:ext cx="384048" cy="384048"/>
            </a:xfrm>
            <a:prstGeom prst="ellipse">
              <a:avLst/>
            </a:prstGeom>
            <a:solidFill>
              <a:srgbClr val="FBE4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4" name="Picture 53" descr="icon-triangle-alert-E91D6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3402" y="3623218"/>
              <a:ext cx="215066" cy="215066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950976" y="3474720"/>
              <a:ext cx="7772400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Failure mode: too many low-value questions. Cap it at three.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Now we tell ChatGPT what to do when context is missing.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Give a Vague Task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Leave One Real Gap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Add the Check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Ask Before Answering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Answer 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Only What Matters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Compare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Fewer Assumptions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