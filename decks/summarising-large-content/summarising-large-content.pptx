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Summarising Large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to summarise anything from a page to a whole book without overflowing the model's context window.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the Tokens Before You Send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4264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Fits: One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1773936"/>
            <a:ext cx="12179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0896" y="1773936"/>
            <a:ext cx="12179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Instructions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8876" y="1773936"/>
            <a:ext cx="3518611" cy="475488"/>
          </a:xfrm>
          <a:prstGeom prst="rect">
            <a:avLst/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528876" y="1773936"/>
            <a:ext cx="351861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Book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7488" y="1773936"/>
            <a:ext cx="12179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47488" y="1773936"/>
            <a:ext cx="12179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" y="2615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Too Big: Split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" y="2962656"/>
            <a:ext cx="1217980" cy="475488"/>
          </a:xfrm>
          <a:prstGeom prst="rect">
            <a:avLst/>
          </a:prstGeom>
          <a:solidFill>
            <a:srgbClr val="F5F5F7"/>
          </a:solidFill>
          <a:ln w="12700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0896" y="2962656"/>
            <a:ext cx="12179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Instructions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28876" y="2962656"/>
            <a:ext cx="5548579" cy="475488"/>
          </a:xfrm>
          <a:prstGeom prst="rect">
            <a:avLst/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528876" y="2962656"/>
            <a:ext cx="55485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ource Code Pro"/>
              </a:rPr>
              <a:t>Book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77456" y="2962656"/>
            <a:ext cx="1353312" cy="475488"/>
          </a:xfrm>
          <a:prstGeom prst="rect">
            <a:avLst/>
          </a:prstGeom>
          <a:noFill/>
          <a:ln w="12700">
            <a:solidFill>
              <a:srgbClr val="E91D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77456" y="2962656"/>
            <a:ext cx="135331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Overflow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68312" y="1700784"/>
            <a:ext cx="22860" cy="2011680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63056" y="374903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Window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4078224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tokeniser counts exactly what the model will see, so you know before you pay.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Budget Every Chunk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Context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Set by the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1911095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1911095"/>
            <a:ext cx="28053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Minus 5% Safety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1911095"/>
            <a:ext cx="2173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Counts Are Estimates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432304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432304"/>
            <a:ext cx="28053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Minus Instructions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432304"/>
            <a:ext cx="2173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Your Prompt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2953512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2953512"/>
            <a:ext cx="28053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Minus Output Reserve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8124" y="2953512"/>
            <a:ext cx="2173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Room to Answer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" y="347472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3474720"/>
            <a:ext cx="28053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Chunk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8124" y="3474720"/>
            <a:ext cx="2173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Max per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1463040"/>
            <a:ext cx="2889504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Derive the chunk size from the model, never hardcode it. Change the model and the budget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Call When It Fits, a Loop When It Does Not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2377440" cy="786384"/>
          </a:xfrm>
          <a:prstGeom prst="roundRect">
            <a:avLst>
              <a:gd name="adj" fmla="val 581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17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8653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Tokens in the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1426464"/>
            <a:ext cx="2377440" cy="786384"/>
          </a:xfrm>
          <a:prstGeom prst="roundRect">
            <a:avLst>
              <a:gd name="adj" fmla="val 581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4720" y="1426464"/>
            <a:ext cx="21945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ource Code Pro"/>
              </a:rPr>
              <a:t>Fits the Budget?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1426464"/>
            <a:ext cx="2377440" cy="786384"/>
          </a:xfrm>
          <a:prstGeom prst="roundRect">
            <a:avLst>
              <a:gd name="adj" fmla="val 5813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47103" y="1517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One 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18653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Summarise or Combine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2670048"/>
            <a:ext cx="2377440" cy="786384"/>
          </a:xfrm>
          <a:prstGeom prst="roundRect">
            <a:avLst>
              <a:gd name="adj" fmla="val 581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74720" y="27249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072384"/>
            <a:ext cx="219456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Into Budget-Sized Chunks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55664" y="2670048"/>
            <a:ext cx="2377440" cy="786384"/>
          </a:xfrm>
          <a:prstGeom prst="roundRect">
            <a:avLst>
              <a:gd name="adj" fmla="val 5813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47103" y="27614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3" y="3108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Summarise Each Chunk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779776" y="1764792"/>
            <a:ext cx="51206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5852160" y="1764792"/>
            <a:ext cx="51206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97296" y="150876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91D63"/>
                </a:solidFill>
                <a:latin typeface="Source Code Pro"/>
              </a:rPr>
              <a:t>Yes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4526280" y="2267712"/>
            <a:ext cx="91440" cy="347471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23225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1D63"/>
                </a:solidFill>
                <a:latin typeface="Source Code Pro"/>
              </a:rPr>
              <a:t>No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852160" y="3008376"/>
            <a:ext cx="512064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44383" y="3456432"/>
            <a:ext cx="10972" cy="219455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499616" y="3675887"/>
            <a:ext cx="614476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Up Arrow 47"/>
          <p:cNvSpPr/>
          <p:nvPr/>
        </p:nvSpPr>
        <p:spPr>
          <a:xfrm>
            <a:off x="1453896" y="2249424"/>
            <a:ext cx="91440" cy="1426463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9344" y="3730751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E91D63"/>
                </a:solidFill>
                <a:latin typeface="Source Code Pro"/>
              </a:rPr>
              <a:t>Joined summaries go round again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" y="4096511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Bigger windows mean fewer passes with no code change; too much input backs off into chunks. Each pass can drop nuance, so keep chunk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run it on a whole book.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Count the Book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With a Tokeniser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Check the Window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Minus the Safety Margin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Summarise Adaptively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Call or Map and Reduce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