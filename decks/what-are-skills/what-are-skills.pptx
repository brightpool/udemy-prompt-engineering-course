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13"/>
    <p:sldId id="267" r:id="rId12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Are Skills?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an instruction you keep re-typing becomes something the assistant already has.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Instructions the Assistant Already Has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0" y="1389888"/>
            <a:ext cx="3758184" cy="2907792"/>
          </a:xfrm>
        </p:spPr>
        <p:txBody>
          <a:bodyPr wrap="square" anchor="ctr"/>
          <a:lstStyle/>
          <a:p>
            <a:pPr marL="0" indent="0">
              <a:buNone/>
            </a:pPr>
            <a:r>
              <a:t>A skill is a named set of instructions, kept somewhere the assistant can read. Nobody pasted the house style into that message. It was already there; the assistant saw that the request was the kind this skill covers, and applied it.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206240" cy="2907792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Review this launch email.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2286000"/>
            <a:ext cx="3986783" cy="914400"/>
          </a:xfrm>
          <a:prstGeom prst="roundRect">
            <a:avLst>
              <a:gd name="adj" fmla="val 5000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" y="240487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2606040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Checked against our house style: three passive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2871216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sentences, two words we avoid, no sign-off.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" y="3273552"/>
            <a:ext cx="3913631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2064" y="336499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Skill used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" y="3557016"/>
            <a:ext cx="135445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12064" y="3566160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house-style-check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" y="3886200"/>
            <a:ext cx="391363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0936" y="3959352"/>
            <a:ext cx="32918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51376" y="3931920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151376" y="3931920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Prompt, or a Skill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078224" cy="1956816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A prompt - typed this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Lives inside one 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Gone when the chat ends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Re-typed the next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" y="2871215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Improves only if you redo 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1389888"/>
            <a:ext cx="4078224" cy="1956816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37760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A skill - kept by the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Lives in a file, under a name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There in every conversation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Named, or matched to the task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2871215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Improve it once, everywhere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" y="3529584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Often the very same words. What changes is their status: written down under a name, they stop being something you supply each time and become something the tool carries.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Inside One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1965960" cy="1060704"/>
          </a:xfrm>
          <a:prstGeom prst="roundRect">
            <a:avLst>
              <a:gd name="adj" fmla="val 431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618488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A 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9659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what you call it by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96311" y="1389888"/>
            <a:ext cx="1965960" cy="1060704"/>
          </a:xfrm>
          <a:prstGeom prst="roundRect">
            <a:avLst>
              <a:gd name="adj" fmla="val 431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587751" y="1618488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A description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7751" y="19659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when it should apply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81727" y="1389888"/>
            <a:ext cx="1965960" cy="1060704"/>
          </a:xfrm>
          <a:prstGeom prst="roundRect">
            <a:avLst>
              <a:gd name="adj" fmla="val 431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73167" y="1618488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The instructions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7" y="19659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what to do, in order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67143" y="1389888"/>
            <a:ext cx="1965960" cy="1060704"/>
          </a:xfrm>
          <a:prstGeom prst="roundRect">
            <a:avLst>
              <a:gd name="adj" fmla="val 431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958583" y="1618488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Its resources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8583" y="19659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files it needs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4480560" y="2542032"/>
            <a:ext cx="182880" cy="201168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10896" y="2871216"/>
            <a:ext cx="8522208" cy="548640"/>
          </a:xfrm>
          <a:prstGeom prst="roundRect">
            <a:avLst>
              <a:gd name="adj" fmla="val 8333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02336" y="2871216"/>
            <a:ext cx="83393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One bundle, stored where the assistant can reach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" y="3602736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major assistants have settled on this same shape, so the idea travels between them. And note what a bundle allows: it can carry a script that runs on your behalf, so a skill written by a stranger deserves the care you would give any other software you install.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Skill Is Not a Connector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7" cy="17922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41096"/>
                <a:gridCol w="3298919"/>
                <a:gridCol w="3482192"/>
              </a:tblGrid>
              <a:tr h="44805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A skill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A connector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it is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Instructions and files you wrote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link to a system you already use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it changes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How the job gets done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the assistant can reach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Ask yourself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"How should this be done?"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"Where does the work live?"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401568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This is the one people get backwards, so hold the line: a skill is instructions, a connector is plumbing. They work together - a skill can tell the assistant to go and fetch something through a connector - but it is still the skill that decides what to do with whatever comes 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Matched by Description, Loaded on Demand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5120640" cy="475488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75488" y="1389888"/>
            <a:ext cx="2926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89888"/>
            <a:ext cx="44439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You write it once, where the assistant can see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1993392"/>
            <a:ext cx="5120640" cy="475488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5488" y="1993392"/>
            <a:ext cx="2926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1993392"/>
            <a:ext cx="44439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Its name and description are always loaded.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596896"/>
            <a:ext cx="5120640" cy="475488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5488" y="2596896"/>
            <a:ext cx="2926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596896"/>
            <a:ext cx="44439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What you ask matches - or you name the skill yourself.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" y="3200400"/>
            <a:ext cx="5120640" cy="475488"/>
          </a:xfrm>
          <a:prstGeom prst="roundRect">
            <a:avLst>
              <a:gd name="adj" fmla="val 1153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75488" y="3200400"/>
            <a:ext cx="2926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200400"/>
            <a:ext cx="44439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Only then are the full instructions read.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1819656"/>
            <a:ext cx="3072384" cy="144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Nothing here is trained and nothing is remembered. The assistant opens a file at the moment it becomes relevant, the way you turn to the right page of a handbook - which also means a skill is instructions, not a guarantee that they are followed.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Ways a Skill Starts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078224" cy="173736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It matches what you asked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You describe the task yourself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Weighed against each description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The one that fits is loaded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1389888"/>
            <a:ext cx="4078224" cy="173736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937760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You call it by 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You name the skill outright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No matching, no judgement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For work that must not vary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3310128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Both routes end in the same place; the difference is who decided. Lean on the first and the description is doing all the work for you - which is why a skill you can never get to fire is usually not a writing problem but a labelling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Loaded, and When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5394960" cy="493776"/>
          </a:xfrm>
          <a:prstGeom prst="roundRect">
            <a:avLst>
              <a:gd name="adj" fmla="val 7407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28053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Every name and description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124" y="1389888"/>
            <a:ext cx="21735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always loaded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1947672"/>
            <a:ext cx="5394960" cy="493776"/>
          </a:xfrm>
          <a:prstGeom prst="roundRect">
            <a:avLst>
              <a:gd name="adj" fmla="val 740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1947672"/>
            <a:ext cx="28053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instructions that matched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8124" y="1947672"/>
            <a:ext cx="21735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read on demand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505456"/>
            <a:ext cx="5394960" cy="493776"/>
          </a:xfrm>
          <a:prstGeom prst="roundRect">
            <a:avLst>
              <a:gd name="adj" fmla="val 740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505456"/>
            <a:ext cx="28053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A reference 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8124" y="2505456"/>
            <a:ext cx="21735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only when opened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" y="3063240"/>
            <a:ext cx="5394960" cy="493776"/>
          </a:xfrm>
          <a:prstGeom prst="roundRect">
            <a:avLst>
              <a:gd name="adj" fmla="val 740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3063240"/>
            <a:ext cx="28053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A bundled 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78124" y="3063240"/>
            <a:ext cx="217352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runs; the result returns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2834640" y="3657600"/>
            <a:ext cx="274320" cy="201168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10896" y="3950208"/>
            <a:ext cx="5394960" cy="530352"/>
          </a:xfrm>
          <a:prstGeom prst="roundRect">
            <a:avLst>
              <a:gd name="adj" fmla="val 8620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02336" y="3950208"/>
            <a:ext cx="52120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Only what this job needed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322576"/>
            <a:ext cx="288950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Twenty skills cost about what one costs, right up until one of them is used. A name and a line of description is all a skill takes up while it waits - so length is not what makes a skill expensive.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Description Is the Line That Decides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8513064" cy="603504"/>
          </a:xfrm>
          <a:prstGeom prst="roundRect">
            <a:avLst>
              <a:gd name="adj" fmla="val 9090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12064" y="150876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What it does. Not when.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1728216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description: Checks a draft against our house style guide.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194560"/>
            <a:ext cx="8513064" cy="1024128"/>
          </a:xfrm>
          <a:prstGeom prst="roundRect">
            <a:avLst>
              <a:gd name="adj" fmla="val 5357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2064" y="23134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What it does, and when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2532887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description: Checks a draft against our house style guide.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" y="2734056"/>
            <a:ext cx="4326254" cy="210312"/>
          </a:xfrm>
          <a:prstGeom prst="roundRect">
            <a:avLst>
              <a:gd name="adj" fmla="val 1739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2064" y="2743199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Use when asked to review, edit or proofread copy, or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2953511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 draft is going out to a customer.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" y="3401568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same skill, one clause apart. The first fires only when you happen to use its own words back at it. The second names the situations it belongs in - and that second half is what turns a description into a trigger.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The Instructions Stop Drifting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6" cy="22494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79362"/>
                <a:gridCol w="3371422"/>
                <a:gridCol w="3371422"/>
              </a:tblGrid>
              <a:tr h="3749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Typed each time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Written as a skill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Where it lives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In your head, or an old chat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In one file, under a name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you get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Whatever you remembered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same instructions each run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Improving it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Rewrite it from memory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Edit the file once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Sharing it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Paste a paragraph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Hand over the bundle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 forget a rule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It fires when you did not want it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785615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failure mode is the row to remember. Written too broadly, a skill turns up in work it has nothing to do with; described too vaguely, it never turns up at all. Both are fixed in the same 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Write One Down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874519"/>
            <a:ext cx="3999900" cy="2679191"/>
          </a:xfrm>
        </p:spPr>
        <p:txBody>
          <a:bodyPr/>
          <a:lstStyle/>
          <a:p>
            <a:r>
              <a:t>You have typed it more than twice</a:t>
            </a:r>
          </a:p>
          <a:p>
            <a:r>
              <a:t>It has rules a new colleague would need</a:t>
            </a:r>
          </a:p>
          <a:p>
            <a:r>
              <a:t>It needs a template, a checklist or a file</a:t>
            </a:r>
          </a:p>
          <a:p>
            <a:r>
              <a:t>Other people need the same result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832400" y="1874519"/>
            <a:ext cx="3999900" cy="2679191"/>
          </a:xfrm>
        </p:spPr>
        <p:txBody>
          <a:bodyPr/>
          <a:lstStyle/>
          <a:p>
            <a:r>
              <a:t>A one-off question</a:t>
            </a:r>
          </a:p>
          <a:p>
            <a:r>
              <a:t>Something you are still working out</a:t>
            </a:r>
          </a:p>
          <a:p>
            <a:r>
              <a:t>Work where you want a fresh angle each time</a:t>
            </a:r>
          </a:p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Worth a skill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Just type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open a real one and use it.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Open a real skill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name, description, instructions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Call it by name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watch it load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for the job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let the description find it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Then weaken that line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see it stop firing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