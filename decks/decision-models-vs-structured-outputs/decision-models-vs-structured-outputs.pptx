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Decision Models vs Structured Outputs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Why a model that picks from your labels can classify faster and cheaper than one that writes JSON.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Write a Label, or Decide One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426464"/>
            <a:ext cx="4023360" cy="1783080"/>
          </a:xfrm>
          <a:prstGeom prst="roundRect">
            <a:avLst>
              <a:gd name="adj" fmla="val 2500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426464"/>
            <a:ext cx="402336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619585"/>
            <a:ext cx="402336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508760"/>
            <a:ext cx="2816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5536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57400"/>
            <a:ext cx="373075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handle snapped on day two.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2322576"/>
            <a:ext cx="3803904" cy="704088"/>
          </a:xfrm>
          <a:prstGeom prst="roundRect">
            <a:avLst>
              <a:gd name="adj" fmla="val 649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" y="244144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2642616"/>
            <a:ext cx="35112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{"sentiment": "negative"}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319272"/>
            <a:ext cx="402336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Generates tokens a schema constrains. You pay for input and output, and get a label with no reliable confidence.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9744" y="1426464"/>
            <a:ext cx="4023360" cy="1609344"/>
          </a:xfrm>
          <a:prstGeom prst="roundRect">
            <a:avLst>
              <a:gd name="adj" fmla="val 2500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809744" y="1426464"/>
            <a:ext cx="402336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4809744" y="1619585"/>
            <a:ext cx="402336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956048" y="1508760"/>
            <a:ext cx="2816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Decision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8" y="2057400"/>
            <a:ext cx="373075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handle snapped on day two.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6048" y="226771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Answers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10328" y="2459736"/>
            <a:ext cx="209740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956048" y="2468880"/>
            <a:ext cx="373075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sentiment = negative (0.97)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2679192"/>
            <a:ext cx="373075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needs a reply = 0.94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9744" y="3145536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Picks from labels you define, answers several questions per call, and says how sure it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Calibrated Scores Become Thresholds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0896" y="1755648"/>
            <a:ext cx="5113324" cy="512064"/>
          </a:xfrm>
          <a:prstGeom prst="rect">
            <a:avLst/>
          </a:prstGeom>
          <a:solidFill>
            <a:srgbClr val="F5F5F7"/>
          </a:solidFill>
          <a:ln w="12700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10896" y="1755648"/>
            <a:ext cx="51133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ource Code Pro"/>
              </a:rPr>
              <a:t>Human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24220" y="1755648"/>
            <a:ext cx="2130552" cy="512064"/>
          </a:xfrm>
          <a:prstGeom prst="rect">
            <a:avLst/>
          </a:prstGeom>
          <a:solidFill>
            <a:srgbClr val="F5F5F7"/>
          </a:solidFill>
          <a:ln w="12700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24220" y="1755648"/>
            <a:ext cx="213055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ource Code Pro"/>
              </a:rPr>
              <a:t>Spot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54772" y="1755648"/>
            <a:ext cx="1278331" cy="512064"/>
          </a:xfrm>
          <a:prstGeom prst="rect">
            <a:avLst/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54772" y="1755648"/>
            <a:ext cx="12783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Auto-Handle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" y="144475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9900" y="144475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0.6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0452" y="144475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0.85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144475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2359152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Calibrated: answers given at 0.8 are right about 80% of the time.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" y="2834640"/>
            <a:ext cx="4078224" cy="1133856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93776" y="296265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Decision Model For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332841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Fixed labels, high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36210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Routing and moderation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2834640"/>
            <a:ext cx="4078224" cy="1133856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937760" y="296265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Structured Outputs For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332841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Free text and extraction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36210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•  Reasoning in the answer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" y="407822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Limit: a decision model only answers the questions you define.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race them on real reviews.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Structured Outputs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Time and Cost Each Call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Decision Model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Same Reviews, Same Labels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Compare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Speed, Cost and Confidence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