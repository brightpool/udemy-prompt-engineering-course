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an assistant answers questions about your file by writing code, running it, and reading the result.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Writes Code, It Does Not Eyeball Your 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0" y="1389888"/>
            <a:ext cx="3758184" cy="2743200"/>
          </a:xfrm>
        </p:spPr>
        <p:txBody>
          <a:bodyPr wrap="square" anchor="ctr"/>
          <a:lstStyle/>
          <a:p>
            <a:pPr marL="0" indent="0">
              <a:buNone/>
            </a:pPr>
            <a:r>
              <a:t>You ask a question in plain English. The assistant turns it into a few lines of Python, runs them over the file you uploaded, and reports what the code returned.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206240" cy="2743200"/>
          </a:xfrm>
          <a:prstGeom prst="roundRect">
            <a:avLst>
              <a:gd name="adj" fmla="val 171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How many students are in this file?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2286000"/>
            <a:ext cx="3986783" cy="1197864"/>
          </a:xfrm>
          <a:prstGeom prst="roundRect">
            <a:avLst>
              <a:gd name="adj" fmla="val 3816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" y="240487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2606040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df = pd.read_csv('students.csv')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816352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len(df)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" y="3063240"/>
            <a:ext cx="3694175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76072" y="3145536"/>
            <a:ext cx="24003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21792" y="3154680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52044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3721608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There are 50 students in the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the Code Fails, You Watch It Fail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0" y="1389888"/>
            <a:ext cx="3758184" cy="3035808"/>
          </a:xfrm>
        </p:spPr>
        <p:txBody>
          <a:bodyPr wrap="square" anchor="ctr"/>
          <a:lstStyle/>
          <a:p>
            <a:pPr marL="0" indent="0">
              <a:buNone/>
            </a:pPr>
            <a:r>
              <a:t>A guess cannot fail loudly. Real code can, so a wrong column name surfaces as an error instead of as a plausible number. It reads the error, checks the real columns and runs again.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206240" cy="3035808"/>
          </a:xfrm>
          <a:prstGeom prst="roundRect">
            <a:avLst>
              <a:gd name="adj" fmla="val 171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How many are male and how many female?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2286000"/>
            <a:ext cx="3986783" cy="1490472"/>
          </a:xfrm>
          <a:prstGeom prst="roundRect">
            <a:avLst>
              <a:gd name="adj" fmla="val 3067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" y="2404872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df['Agenda'].value_counts()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" y="2606040"/>
            <a:ext cx="142875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792" y="2615184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KeyError: 'Agenda'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2898648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print(df.columns)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108960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df['gender'].value_counts()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3355848"/>
            <a:ext cx="3694175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1792" y="3447288"/>
            <a:ext cx="369417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female  25    male  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381304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" y="401421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25 female and 25 male.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Is Not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078224" cy="237744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Not this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Skimming your rows and estimating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Recalling similar data it has seen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guess dressed up as a total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1389888"/>
            <a:ext cx="4078224" cy="2377440"/>
          </a:xfrm>
          <a:prstGeom prst="roundRect">
            <a:avLst>
              <a:gd name="adj" fmla="val 2307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37760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This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short program the assistant wrote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Run over the file you uploaded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560320"/>
            <a:ext cx="3712463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number you could reproduce yourself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Ask, Write, Run, Read, Explain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455724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591056"/>
            <a:ext cx="12728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You 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1938528"/>
            <a:ext cx="12728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of your file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830628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077516" y="1389888"/>
            <a:ext cx="1455724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168956" y="1591056"/>
            <a:ext cx="12728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 writes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8956" y="1938528"/>
            <a:ext cx="12728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some Python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597249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44137" y="1389888"/>
            <a:ext cx="1455724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935577" y="1591056"/>
            <a:ext cx="12728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 runs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5577" y="1938528"/>
            <a:ext cx="12728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 a sandbox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363870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10758" y="1389888"/>
            <a:ext cx="1455724" cy="1005840"/>
          </a:xfrm>
          <a:prstGeom prst="roundRect">
            <a:avLst>
              <a:gd name="adj" fmla="val 4545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702198" y="1591056"/>
            <a:ext cx="12728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 reads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02198" y="1938528"/>
            <a:ext cx="12728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output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130491" y="184708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77379" y="1389888"/>
            <a:ext cx="1455724" cy="1005840"/>
          </a:xfrm>
          <a:prstGeom prst="roundRect">
            <a:avLst>
              <a:gd name="adj" fmla="val 4545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468819" y="1543812"/>
            <a:ext cx="12728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 explains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68819" y="1891284"/>
            <a:ext cx="1272844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in plain English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8758" y="2670048"/>
            <a:ext cx="7066483" cy="10972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105241" y="2395728"/>
            <a:ext cx="10972" cy="274319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Up Arrow 46"/>
          <p:cNvSpPr/>
          <p:nvPr/>
        </p:nvSpPr>
        <p:spPr>
          <a:xfrm>
            <a:off x="1020470" y="2395728"/>
            <a:ext cx="91440" cy="274319"/>
          </a:xfrm>
          <a:prstGeom prst="up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0896" y="2743200"/>
            <a:ext cx="8522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an error sends it back to the code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" y="3401568"/>
            <a:ext cx="852220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sandbox is a temporary, isolated computer with a copy of your file on it. The loop matters as much as the line: if the code errors, or the result looks wrong, the assistant edits it and runs it again - the same thing an analyst does, at speed.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Model Sees of Your File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A preview of your 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1389888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column names, a few rows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057400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057400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Your question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124" y="2057400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typed just now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724912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724912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What the code printed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8124" y="2724912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numbers, errors, a chart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834640" y="3429000"/>
            <a:ext cx="310896" cy="20116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" y="3721608"/>
            <a:ext cx="5394960" cy="566928"/>
          </a:xfrm>
          <a:prstGeom prst="roundRect">
            <a:avLst>
              <a:gd name="adj" fmla="val 8064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02336" y="3721608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The model explains the output, not your rows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066543"/>
            <a:ext cx="2889504" cy="144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Most of your rows never enter the prompt. The file goes to the sandbox; only the output comes back. That is how it handles more data than it could ever read - and why one wrong line of code yields a confident wrong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Sandbox Stops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1389888"/>
            <a:ext cx="3849624" cy="2423160"/>
          </a:xfrm>
        </p:spPr>
        <p:txBody>
          <a:bodyPr wrap="square" anchor="ctr"/>
          <a:lstStyle/>
          <a:p>
            <a:pPr marL="0" indent="0">
              <a:buNone/>
            </a:pPr>
            <a:r>
              <a:t>Your original file is never touched, nothing outside the container is available unless you upload it, and the container is temporary - it expires, and the workings expire with it.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663440" y="1389888"/>
            <a:ext cx="4169663" cy="2423160"/>
          </a:xfrm>
          <a:prstGeom prst="roundRect">
            <a:avLst>
              <a:gd name="adj" fmla="val 1818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663440" y="1389888"/>
            <a:ext cx="4169663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663440" y="1583009"/>
            <a:ext cx="4169663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09744" y="1472184"/>
            <a:ext cx="29187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Sandbox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Boundaries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Can reach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744" y="2020824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files you uploaded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2231136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 standard Python data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9744" y="2441448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Charts and files it writes 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9744" y="2743200"/>
            <a:ext cx="3877055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809744" y="283464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Cannot reach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9744" y="3035808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internet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9744" y="3246120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Your machine or your live systems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9744" y="3456432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Anything you did not give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The Answer Becomes Checkable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7" cy="204825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99279"/>
                <a:gridCol w="3024009"/>
                <a:gridCol w="3298919"/>
              </a:tblGrid>
              <a:tr h="40965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Eyeballed answer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Executed code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number comes from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model's impression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A line you can read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Run it again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May well differ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Same code, same answer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What you check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Does it sound right?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Did it ask the right question?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965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Confident guess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Right code, wrong assumption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639312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Running code does not make an answer true. It makes the answer auditable, which is a different and more useful guarantee.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Goes Wrong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267004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530352" y="1609344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0352" y="16093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2066543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Misreads a column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2578608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'grade' taken as a score when it is a year group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36976" y="1389888"/>
            <a:ext cx="267004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456432" y="1609344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56432" y="16093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8144" y="2066543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Drops rows quietly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38144" y="2578608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blanks and mixed types vanish inside a filter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1389888"/>
            <a:ext cx="2670048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82512" y="1609344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82512" y="16093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2066543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Misparses the 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2578608"/>
            <a:ext cx="22677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one stray comma and every column shifts along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" y="3291840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Each of these returns a tidy, confident, wrong answer, because the code ran perfectly - it just answered a question you did not ask.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Checking It in Thirty Seconds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974336" cy="73152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5488" y="1389888"/>
            <a:ext cx="29260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89888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Ask for the row and column counts first.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286000"/>
            <a:ext cx="4974336" cy="73152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5488" y="2286000"/>
            <a:ext cx="29260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228600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Read the filter, the grouping, the blanks.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3182112"/>
            <a:ext cx="4974336" cy="731520"/>
          </a:xfrm>
          <a:prstGeom prst="roundRect">
            <a:avLst>
              <a:gd name="adj" fmla="val 750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5488" y="3182112"/>
            <a:ext cx="29260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182112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Ask for the same number a second way.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32704" y="2139696"/>
            <a:ext cx="32004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You are not auditing the arithmetic - the computer got that right. You are auditing whether the question the code asked is the question you meant to ask.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Reach for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874519"/>
            <a:ext cx="3999900" cy="2679191"/>
          </a:xfrm>
        </p:spPr>
        <p:txBody>
          <a:bodyPr/>
          <a:lstStyle/>
          <a:p>
            <a:r>
              <a:t>A file you already hold</a:t>
            </a:r>
          </a:p>
          <a:p>
            <a:r>
              <a:t>Exploratory questions and charts</a:t>
            </a:r>
          </a:p>
          <a:p>
            <a:r>
              <a:t>Cleaning or reshaping a messy export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1874519"/>
            <a:ext cx="3999900" cy="2679191"/>
          </a:xfrm>
        </p:spPr>
        <p:txBody>
          <a:bodyPr/>
          <a:lstStyle/>
          <a:p>
            <a:r>
              <a:t>Data you are not permitted to upload</a:t>
            </a:r>
          </a:p>
          <a:p>
            <a:r>
              <a:t>A report you rerun every week</a:t>
            </a:r>
          </a:p>
          <a:p>
            <a:r>
              <a:t>Numbers you will publish unchecked</a:t>
            </a:r>
          </a:p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Good 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Use something else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do it live in the tool.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Upload a file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ask one plain question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the code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read what it actually did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for a chart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then change one thing about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