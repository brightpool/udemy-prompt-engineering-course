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ChatGPT Desktop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ChatGPT works with selected files, folders and tools on your computer.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Workspace Beside Your Local Files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0" y="1389888"/>
            <a:ext cx="3758184" cy="3182112"/>
          </a:xfrm>
        </p:spPr>
        <p:txBody>
          <a:bodyPr wrap="square" anchor="ctr"/>
          <a:lstStyle/>
          <a:p>
            <a:pPr marL="0" indent="0">
              <a:buNone/>
            </a:pPr>
            <a:r>
              <a:t>When you open a folder for ChatGPT, its files become working material for that task. ChatGPT can read the source, create an output and save changes back into the location you selected.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206240" cy="3200400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5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Read briefing.md and turn it into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231136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 short slide deck.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2496312"/>
            <a:ext cx="3986783" cy="914400"/>
          </a:xfrm>
          <a:prstGeom prst="roundRect">
            <a:avLst>
              <a:gd name="adj" fmla="val 5000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1792" y="261518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2816352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Created briefing-deck.pptx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3026664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beside the source file.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344728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Files used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3648456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briefing.md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" y="3849624"/>
            <a:ext cx="142875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12064" y="3858768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briefing-deck.pptx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" y="4178808"/>
            <a:ext cx="3913631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30936" y="4251960"/>
            <a:ext cx="32918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51376" y="4224528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151376" y="4224528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Local Access Starts with a Boundary You Choose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Your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8124" y="1389888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the outcome you want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057400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2057400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selected folder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8124" y="2057400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files and project context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724912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724912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Approved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8124" y="2724912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only the access the task permits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2834640" y="3429000"/>
            <a:ext cx="310896" cy="201168"/>
          </a:xfrm>
          <a:prstGeom prst="down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0896" y="3721608"/>
            <a:ext cx="5394960" cy="566928"/>
          </a:xfrm>
          <a:prstGeom prst="roundRect">
            <a:avLst>
              <a:gd name="adj" fmla="val 8064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02336" y="3721608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One local task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011680"/>
            <a:ext cx="28895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folder is the working boundary. File reads, edits and app access still follow the permissions and approvals attached to the task.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The Distance Between Asking and Doing Gets Shorter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8" cy="210311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7320"/>
                <a:gridCol w="3337560"/>
                <a:gridCol w="3767328"/>
              </a:tblGrid>
              <a:tr h="420623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Browser chat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Desktop application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Source files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Upload or paste copies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Use a selected folder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Outputs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Download and organise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Save beside the source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Local apps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Outside the browser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Use approved applications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Failure mode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Missing local context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 boundary set too broadly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675887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Local access does not mean the model runs offline. It means the desktop app can supply permitted computer context and place finished work where you need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That is the principle. Now we let ChatGPT work with a real local folder.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Open a working folder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choose a narrow, useful boundary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Ask it to read a file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check the source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Create or edit an output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save beside the original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Review the change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confirm the file before sharing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