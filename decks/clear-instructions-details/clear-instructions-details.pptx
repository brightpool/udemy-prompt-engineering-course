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Writing Clear Instructions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useful detail turns a vague request into an output you can judge.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 Defines What a Good Answer Must Contain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8522208" cy="841248"/>
          </a:xfrm>
          <a:prstGeom prst="roundRect">
            <a:avLst>
              <a:gd name="adj" fmla="val 6521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2064" y="150876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Vague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1728216"/>
            <a:ext cx="8119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Write a product update.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432304"/>
            <a:ext cx="8522208" cy="1133856"/>
          </a:xfrm>
          <a:prstGeom prst="roundRect">
            <a:avLst>
              <a:gd name="adj" fmla="val 4838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255117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Detailed request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" y="2761488"/>
            <a:ext cx="3509010" cy="210312"/>
          </a:xfrm>
          <a:prstGeom prst="roundRect">
            <a:avLst>
              <a:gd name="adj" fmla="val 1739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12064" y="2770632"/>
            <a:ext cx="8119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Write a product update for existing customers.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980944"/>
            <a:ext cx="811987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Explain the new export, why it saves time and the one action to try today.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" y="3749039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Useful detail narrows the decision space. The answer can now be checked against an audience, a purpose and required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Four Details Make the Request Checkable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828032" cy="493776"/>
          </a:xfrm>
          <a:prstGeom prst="roundRect">
            <a:avLst>
              <a:gd name="adj" fmla="val 740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5105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Audience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6313" y="1389888"/>
            <a:ext cx="192974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who will use the answer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1947672"/>
            <a:ext cx="4828032" cy="493776"/>
          </a:xfrm>
          <a:prstGeom prst="roundRect">
            <a:avLst>
              <a:gd name="adj" fmla="val 740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1947672"/>
            <a:ext cx="25105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66313" y="1947672"/>
            <a:ext cx="192974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what the answer should achieve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505456"/>
            <a:ext cx="4828032" cy="493776"/>
          </a:xfrm>
          <a:prstGeom prst="roundRect">
            <a:avLst>
              <a:gd name="adj" fmla="val 740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505456"/>
            <a:ext cx="25105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Required content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6313" y="2505456"/>
            <a:ext cx="192974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facts that must appear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3063240"/>
            <a:ext cx="4828032" cy="493776"/>
          </a:xfrm>
          <a:prstGeom prst="roundRect">
            <a:avLst>
              <a:gd name="adj" fmla="val 7407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3063240"/>
            <a:ext cx="25105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Output shape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66313" y="3063240"/>
            <a:ext cx="192974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format and tone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1627632"/>
            <a:ext cx="3273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Add the details that change the result. Extra instructions that do not affect success create noise and make the prompt harder to maintain.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Clear Criteria Make Revision Faster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7" cy="21762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81328"/>
                <a:gridCol w="3218688"/>
                <a:gridCol w="3822191"/>
              </a:tblGrid>
              <a:tr h="43525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Vague instruction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Detailed instruction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Target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Model must infer 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Audience and goal are explicit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Coverage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Important points may vanish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Required points can be checked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Revision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Feedback stays subjective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can name the missed rule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Generic output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Too many constraints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Next, we improve one ChatGPT request by adding only the details that matter.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Start vague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run the short request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Add the audience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say who it is for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Add success criteria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name required content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Compare the drafts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judge against the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