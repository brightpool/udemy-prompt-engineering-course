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13"/>
    <p:sldId id="267" r:id="rId12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Connectors to a Saved Skill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 job you do once, by hand, across two connected systems becomes something you can call back by name, or hand to a clock.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Job That Crosses Two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4648" y="1389888"/>
            <a:ext cx="3648456" cy="3182112"/>
          </a:xfrm>
        </p:spPr>
        <p:txBody>
          <a:bodyPr wrap="square" anchor="ctr"/>
          <a:lstStyle/>
          <a:p>
            <a:pPr marL="0" indent="0">
              <a:buNone/>
            </a:pPr>
            <a:r>
              <a:t>Connectors - what this course calls plugins - are the links between the assistant and systems you already use. Chaining them is one request that happens to touch both ends: it reads from the first, does the work in the middle, and writes into the second.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315968" cy="3200400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315968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315968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302117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8144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402335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Take the four client notes added to the shared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231136"/>
            <a:ext cx="402335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drive this week, summarise each to our one-page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2441448"/>
            <a:ext cx="402335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format, and email the set to the account team.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2706624"/>
            <a:ext cx="4096511" cy="914400"/>
          </a:xfrm>
          <a:prstGeom prst="roundRect">
            <a:avLst>
              <a:gd name="adj" fmla="val 5000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" y="282549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3026664"/>
            <a:ext cx="3803903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Read four notes from the drive. Summarised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236976"/>
            <a:ext cx="3803903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each to the one-page format. Draft email ready.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365760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Connectors used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" y="3849624"/>
            <a:ext cx="187452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12064" y="3858768"/>
            <a:ext cx="402335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Shared drive, then email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" y="4178807"/>
            <a:ext cx="4023359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30936" y="4251959"/>
            <a:ext cx="34015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61104" y="4224527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261104" y="4224527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There Is Nothing to Wire Up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078224" cy="1956816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What People Expect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separate automation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Boxes wired on a canvas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trigger, a filter, an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" y="2871215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Something you configure first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1389888"/>
            <a:ext cx="4078224" cy="1956816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37760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What It Actually 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One ordinary conversation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Two connectors already granted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The same steps, said in order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2871215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Something you do, then keep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" y="3566160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You grant each connector once, then describe the job the way you would to a colleague who already has access to both systems. The ordering is the whole design, and each of the three parts of it is a separate thing to get right.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Saved Skill Records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7" cy="1920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32012"/>
                <a:gridCol w="4490195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What the Run Showed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What the Skill Writes Down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you asked for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it is for, and when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Which systems it touched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connectors it needs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order you did it in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steps, and what each needs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shape you accepted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format of a finished result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 read it, it was right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How to check it is right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474720"/>
            <a:ext cx="85222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skill is a named set of instructions the assistant keeps, and every line this one gets is something the run already settled. You are not designing a workflow from a blank page, you are describing one that worked - including how you knew that it had, which is the line people leave out and the one that matters most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Do It Once, Then Write Down What You Did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1897380" cy="1051560"/>
          </a:xfrm>
          <a:prstGeom prst="roundRect">
            <a:avLst>
              <a:gd name="adj" fmla="val 434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56667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91414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Grant Each System, Once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72284" y="186994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9172" y="1389888"/>
            <a:ext cx="1897380" cy="1051560"/>
          </a:xfrm>
          <a:prstGeom prst="roundRect">
            <a:avLst>
              <a:gd name="adj" fmla="val 434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0612" y="156667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Do the Job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612" y="191414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By Hand, Until It Is Right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80560" y="186994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27448" y="1389888"/>
            <a:ext cx="1897380" cy="1051560"/>
          </a:xfrm>
          <a:prstGeom prst="roundRect">
            <a:avLst>
              <a:gd name="adj" fmla="val 434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18888" y="156667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Save the 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191414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Under a Name You Choose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8836" y="186994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5724" y="1389888"/>
            <a:ext cx="1897380" cy="1051560"/>
          </a:xfrm>
          <a:prstGeom prst="roundRect">
            <a:avLst>
              <a:gd name="adj" fmla="val 4347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7164" y="156667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Run It Again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7164" y="191414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By Name, or on a Clock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59586" y="2715768"/>
            <a:ext cx="6624828" cy="10972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884414" y="2441448"/>
            <a:ext cx="10972" cy="274319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Up Arrow 42"/>
          <p:cNvSpPr/>
          <p:nvPr/>
        </p:nvSpPr>
        <p:spPr>
          <a:xfrm>
            <a:off x="1241298" y="2441448"/>
            <a:ext cx="91440" cy="274319"/>
          </a:xfrm>
          <a:prstGeom prst="up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" y="2788920"/>
            <a:ext cx="8522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Source Code Pro"/>
              </a:rPr>
              <a:t>and each run shows you what the saved wording still leaves 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" y="3310128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order is not negotiable. A workflow you have never completed successfully cannot be saved, because there is nothing yet to save. The skill is the record of a run that worked, which is precisely why it goes on working.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Fixed, and What You Supply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8513064" cy="1298448"/>
          </a:xfrm>
          <a:prstGeom prst="roundRect">
            <a:avLst>
              <a:gd name="adj" fmla="val 422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12064" y="150876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Kept in the 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1728216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Source: the client notes folder on the shared drive.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1938527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Format: our one-page summary, in that order of sections.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2148839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Destination: an email to the account team, and never 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2359151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without a draft you have read.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926080"/>
            <a:ext cx="8513064" cy="658368"/>
          </a:xfrm>
          <a:prstGeom prst="roundRect">
            <a:avLst>
              <a:gd name="adj" fmla="val 8333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2064" y="304495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Supplied each 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" y="3255264"/>
            <a:ext cx="3954779" cy="210312"/>
          </a:xfrm>
          <a:prstGeom prst="roundRect">
            <a:avLst>
              <a:gd name="adj" fmla="val 1739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2064" y="3264408"/>
            <a:ext cx="811072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Which week. Which client. Who receives it this time.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3803904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Separating those two is most of the work. Whatever you leave in the middle - “the usual folder”, “the normal people” - becomes a decision the assistant quietly makes on your behalf, on every later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Email Is Actually Written From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What the Drive Handed 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124" y="1389888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Four Files, as 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057400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2057400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Skill, Once It Fired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8124" y="2057400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Format and Checks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724912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724912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What You Supplied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8124" y="2724912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The Week, the Recipient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2834640" y="3429000"/>
            <a:ext cx="310896" cy="201168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" y="3721608"/>
            <a:ext cx="5394960" cy="566928"/>
          </a:xfrm>
          <a:prstGeom prst="roundRect">
            <a:avLst>
              <a:gd name="adj" fmla="val 8064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02336" y="3721608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Nothing Else Reaches the 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432304"/>
            <a:ext cx="288950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assistant never sees your drive. It sees what the connector handed back - so if the fetch caught three files rather than four, nothing further down the chain has any way of noticing.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You Cannot Automate What You Have Not Done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7" cy="1737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41096"/>
                <a:gridCol w="3298919"/>
                <a:gridCol w="3482192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Written from a Description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Written from a Run That Worked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Based 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you imagine happens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happened, once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First Run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Debugging in the dark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repeat of something known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It never quite worked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world moved, not the skill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364992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That is the point that outlives every product involved. Automation is not a shortcut past doing the work - it is what you get to do afterwards, on the back of one run you were willing to sign off. Skip the run and you are debugging a guess.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Run with Nobody in the Room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078224" cy="1956816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In a Chat, You Fill the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You see it fetch the wrong 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You say “no, the other one”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You read it before it sends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" y="2871215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You catch it in seconds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1389888"/>
            <a:ext cx="4078224" cy="1956816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37760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On a Schedule, the Skill Must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Call the skill by name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Name the source and the folder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Say what a finished result 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2871215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Say what “nothing found” means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" y="3566160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Running to a schedule has its own lecture; what matters here is the join between them. A skill that works only because you were sitting there to steer it is not yet ready to be handed to a clock - and the test for that is whether a stranger could run it from the wording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Saved Chain Fails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5544" y="1389888"/>
            <a:ext cx="3337560" cy="3127248"/>
          </a:xfrm>
        </p:spPr>
        <p:txBody>
          <a:bodyPr wrap="square" anchor="ctr"/>
          <a:lstStyle/>
          <a:p>
            <a:pPr marL="0" indent="0">
              <a:buNone/>
            </a:pPr>
            <a:r>
              <a:t>A chain fails at its weakest link, and a saved chain fails politely. Nobody was in the room to notice that a cheerful summary of nothing is not the same thing as a quiet week - so the skill has to be told what an empty result means and what to do about it.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626864" cy="2807208"/>
          </a:xfrm>
          <a:prstGeom prst="roundRect">
            <a:avLst>
              <a:gd name="adj" fmla="val 176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626864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626864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32388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Scheduled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07:00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The skill, run on its 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43342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Read the client notes added this week. Summarise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231136"/>
            <a:ext cx="43342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each to the one-page format. Email the account team.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" y="2532888"/>
            <a:ext cx="4334255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2064" y="262432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What you were sent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2825496"/>
            <a:ext cx="43342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Summaries filed. Nothing to report this week.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" y="3127248"/>
            <a:ext cx="4334255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2064" y="321868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What had actually happened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3419856"/>
            <a:ext cx="43342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 drive folder was renamed on Tuesday. The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630168"/>
            <a:ext cx="43342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fetch matched nothing. Nothing was summarised.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3840480"/>
            <a:ext cx="43342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 email went out regardless, on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Save a Run, and When Not 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874519"/>
            <a:ext cx="3999900" cy="2679191"/>
          </a:xfrm>
        </p:spPr>
        <p:txBody>
          <a:bodyPr/>
          <a:lstStyle/>
          <a:p>
            <a:r>
              <a:t>You have now done it once, properly</a:t>
            </a:r>
          </a:p>
          <a:p>
            <a:r>
              <a:t>It crosses the same two systems each time</a:t>
            </a:r>
          </a:p>
          <a:p>
            <a:r>
              <a:t>The result has a shape it must fit</a:t>
            </a:r>
          </a:p>
          <a:p>
            <a:r>
              <a:t>Someone else needs the same result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832400" y="1874519"/>
            <a:ext cx="3999900" cy="2679191"/>
          </a:xfrm>
        </p:spPr>
        <p:txBody>
          <a:bodyPr/>
          <a:lstStyle/>
          <a:p>
            <a:r>
              <a:t>You are still working out the steps</a:t>
            </a:r>
          </a:p>
          <a:p>
            <a:r>
              <a:t>The systems change from job to job</a:t>
            </a:r>
          </a:p>
          <a:p>
            <a:r>
              <a:t>You want a different angle each time</a:t>
            </a:r>
          </a:p>
          <a:p>
            <a:r>
              <a:t>The job is quicker than saving it</a:t>
            </a:r>
          </a:p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Worth Saving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Just Do It in the Chat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Now the whole arc live: connect, run it once, save it, set a time.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Connect Both Systems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Granted Once, Up Front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Run the Job by Hand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Until the Result Is Right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Save It as a Skill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With What Varies Left Out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Call It Back by Name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 a Chat That Knows Nothing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