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 MCP Servers in ChatGPT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connection gives ChatGPT access to a tool or data source you choose.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Live Connection to Capabilities You Choose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569464"/>
          </a:xfrm>
        </p:spPr>
        <p:txBody>
          <a:bodyPr wrap="square" anchor="ctr"/>
          <a:lstStyle/>
          <a:p>
            <a:pPr marL="0" indent="0">
              <a:buNone/>
            </a:pPr>
            <a:r>
              <a:t>A custom MCP server gives ChatGPT a defined route into another system. The server exposes specific tools and data, so the conversation can use live information or complete approved actions.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569464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Create a support ticket from this summary.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2286000"/>
            <a:ext cx="3986783" cy="704088"/>
          </a:xfrm>
          <a:prstGeom prst="roundRect">
            <a:avLst>
              <a:gd name="adj" fmla="val 649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0487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0604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Created ticket SUP-184 and added the summary.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302666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Tool used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" y="3218688"/>
            <a:ext cx="165163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2064" y="322783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create_support_ticket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" y="3547872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0936" y="3621024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51376" y="3593591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151376" y="3593591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The Server Describes What ChatGPT Can Call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9105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3852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to one server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59105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193852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its available tools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59105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Choose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193852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tool that fits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005840"/>
          </a:xfrm>
          <a:prstGeom prst="roundRect">
            <a:avLst>
              <a:gd name="adj" fmla="val 4545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54381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Return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89128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result to the chat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670048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39572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39572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74320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the connection stays available for later requests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310128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server publishes names, descriptions and input rules for its tools. ChatGPT reads that catalogue when it connects, then selects a matching tool when your request needs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Your Own Systems Become Part of the Conversation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8" cy="21031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4480"/>
                <a:gridCol w="3383280"/>
                <a:gridCol w="3584448"/>
              </a:tblGrid>
              <a:tr h="42062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Without a connection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With a trusted connection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Information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Paste a snapshot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Read live, permitted data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Action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Describe what to do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Call an exposed tool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Customisation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Use general capabilities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Add a workflow you chose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Missing or stale context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server exposes too much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75887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connection is also a trust boundary. Review the server, its tools and their permissions before you give it access to real data or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connect a new tool inside ChatGPT.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one trusted server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use a trusted endpoint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Review its tools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check tools and access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a real result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watch ChatGPT choose a tool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Check what changed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30168"/>
            <a:ext cx="14401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verify it in the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